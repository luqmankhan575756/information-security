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embeddedFontLs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p8vvKatANMuCogC7yFaXNBGeR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C20FE8-4BE0-4A46-9829-2A7545479507}">
  <a:tblStyle styleId="{69C20FE8-4BE0-4A46-9829-2A754547950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DEEE8"/>
          </a:solidFill>
        </a:fill>
      </a:tcStyle>
    </a:wholeTbl>
    <a:band1H>
      <a:tcTxStyle/>
      <a:tcStyle>
        <a:fill>
          <a:solidFill>
            <a:srgbClr val="FCDCCE"/>
          </a:solidFill>
        </a:fill>
      </a:tcStyle>
    </a:band1H>
    <a:band2H>
      <a:tcTxStyle/>
    </a:band2H>
    <a:band1V>
      <a:tcTxStyle/>
      <a:tcStyle>
        <a:fill>
          <a:solidFill>
            <a:srgbClr val="FCDCCE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rialBlack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eh·skuh·</a:t>
            </a:r>
            <a:r>
              <a:rPr b="1" lang="en-US"/>
              <a:t>lei</a:t>
            </a:r>
            <a:r>
              <a:rPr lang="en-US"/>
              <a:t>·shn: increase, growth, rise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Compromise: Agreement, Understanding, Settlement. deal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uhn·suh·</a:t>
            </a:r>
            <a:r>
              <a:rPr b="1" lang="en-US"/>
              <a:t>li</a:t>
            </a:r>
            <a:r>
              <a:rPr lang="en-US"/>
              <a:t>·suh·thud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Uninvited, Unrequested, undemanded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Impose: force (an unwelcome decision or ruling) on someone.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Intrusive: interfering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haar</a:t>
            </a:r>
            <a:r>
              <a:rPr lang="en-US"/>
              <a:t>·vuhst: </a:t>
            </a:r>
            <a:r>
              <a:rPr i="1" lang="en-US"/>
              <a:t>data harvesting</a:t>
            </a:r>
            <a:r>
              <a:rPr lang="en-US"/>
              <a:t> means getting the data and information from the online resource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Overwhelming: massive, huge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25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27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8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3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3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2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Different Types of Malwares</a:t>
            </a:r>
            <a:endParaRPr sz="2400"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What is Malwares (Software based Attacks)?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Malware Symptoms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Different Types of Malwares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Infecting Malware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Viruses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Worms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Concealing Malware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Trojan Horses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Rootkits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Privilege escalation</a:t>
            </a:r>
            <a:endParaRPr/>
          </a:p>
          <a:p>
            <a:pPr indent="-101600" lvl="2" marL="11430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Different Types of Malwares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Malware for Profit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Spam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Spyware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Adware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Key-logger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Botnet and Zombie</a:t>
            </a:r>
            <a:endParaRPr/>
          </a:p>
          <a:p>
            <a:pPr indent="-342900" lvl="2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Hardware based Attacks</a:t>
            </a:r>
            <a:endParaRPr/>
          </a:p>
          <a:p>
            <a:pPr indent="-342900" lvl="3" marL="80010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Bois</a:t>
            </a:r>
            <a:endParaRPr/>
          </a:p>
          <a:p>
            <a:pPr indent="-342900" lvl="3" marL="80010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USB Devices</a:t>
            </a:r>
            <a:endParaRPr/>
          </a:p>
          <a:p>
            <a:pPr indent="-101600" lvl="2" marL="11430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01600" lvl="2" marL="11430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10" name="Google Shape;110;p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Concealing Malware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Privilege escalation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Privilege escalation is a type of network attack used to </a:t>
            </a:r>
            <a:r>
              <a:rPr lang="en-US" sz="2400" u="sng"/>
              <a:t>obtain unauthorized access</a:t>
            </a:r>
            <a:r>
              <a:rPr lang="en-US" sz="2400"/>
              <a:t> to systems within the security perimeter, or sensitive systems, of an organization. 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Different Types of Malwares</a:t>
            </a:r>
            <a:endParaRPr b="1" i="0" sz="3600" u="none" cap="none" strike="noStrike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Concealing Malware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of privilege escalation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b="1" lang="en-US" sz="2400"/>
              <a:t>Horizontal privilege escalation:</a:t>
            </a:r>
            <a:r>
              <a:rPr lang="en-US" sz="2400"/>
              <a:t> An attacker expands their privileges by </a:t>
            </a:r>
            <a:r>
              <a:rPr lang="en-US" sz="2400" u="sng"/>
              <a:t>taking over another account</a:t>
            </a:r>
            <a:r>
              <a:rPr lang="en-US" sz="2400"/>
              <a:t> and misusing the allowable privileges granted to the other user.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b="1" lang="en-US" sz="2400"/>
              <a:t>Vertical privilege escalation:</a:t>
            </a:r>
            <a:r>
              <a:rPr lang="en-US" sz="2400"/>
              <a:t> An attacker attempts to gain more permissions or </a:t>
            </a:r>
            <a:r>
              <a:rPr lang="en-US" sz="2400" u="sng"/>
              <a:t>access with an existing account</a:t>
            </a:r>
            <a:r>
              <a:rPr lang="en-US" sz="2400"/>
              <a:t> they have compromised. </a:t>
            </a:r>
            <a:endParaRPr/>
          </a:p>
          <a:p>
            <a:pPr indent="-228600" lvl="2" marL="1143000" rtl="0" algn="l">
              <a:spcBef>
                <a:spcPts val="42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For example, an attacker takes over a regular user account on a network and attempts to gain administrative permissions. 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Different Types of Malwares</a:t>
            </a:r>
            <a:endParaRPr b="1" i="0" sz="3600" u="none" cap="none" strike="noStrike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Spam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Unrequested e-mail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Sending spam is a profitable business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Costs involved for spamming: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E-mail addresses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Equipment and Internet connection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Text-based </a:t>
            </a:r>
            <a:r>
              <a:rPr lang="en-US" sz="2400" u="sng"/>
              <a:t>spam messages can easily by trapped</a:t>
            </a:r>
            <a:r>
              <a:rPr lang="en-US" sz="2400"/>
              <a:t> by special filters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b="1" lang="en-US" sz="2400"/>
              <a:t>Image spam</a:t>
            </a:r>
            <a:r>
              <a:rPr lang="en-US" sz="2400"/>
              <a:t> uses graphical images of text in order to avoid text-based filters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Spam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Image spam </a:t>
            </a:r>
            <a:r>
              <a:rPr lang="en-US" sz="2400" u="sng"/>
              <a:t>cannot be easily filtered</a:t>
            </a:r>
            <a:r>
              <a:rPr lang="en-US" sz="2400"/>
              <a:t> based on the content of the message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To detect image spam, one approach is to examine the context of the message and create a profile, asking questions such as: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Who sent the message?</a:t>
            </a:r>
            <a:endParaRPr u="sng"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What is known about the sender?</a:t>
            </a:r>
            <a:endParaRPr u="sng"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What is the nature of the message content?</a:t>
            </a:r>
            <a:endParaRPr u="sn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Spyware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general term used for describing software that imposes upon a user’s privacy or security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Antispyware Coalition defines spyware as: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Technologies that are deployed without the user’s </a:t>
            </a:r>
            <a:r>
              <a:rPr lang="en-US" sz="2000" u="sng"/>
              <a:t>permission</a:t>
            </a:r>
            <a:r>
              <a:rPr lang="en-US" sz="2000"/>
              <a:t> and </a:t>
            </a:r>
            <a:r>
              <a:rPr lang="en-US" sz="2000" u="sng"/>
              <a:t>damage</a:t>
            </a:r>
            <a:r>
              <a:rPr lang="en-US" sz="2000"/>
              <a:t> the user’s control: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US" sz="1600" u="sng"/>
              <a:t>Use of their system resources</a:t>
            </a:r>
            <a:r>
              <a:rPr lang="en-US" sz="1600"/>
              <a:t>, including what programs are installed on their computers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US" sz="1600" u="sng"/>
              <a:t>Collection, use, and distribution of their personal or other sensitive information</a:t>
            </a:r>
            <a:endParaRPr u="sng"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US" sz="1600"/>
              <a:t>Material changes that affect their user experience, privacy, or system security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Spyware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Spyware has two characteristics that make it very dangerous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Spyware creators are motivated by profit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US" sz="1600" u="sng"/>
              <a:t>Spyware is often more intrusive than viruses, harder to detect, and more difficult to remove</a:t>
            </a:r>
            <a:endParaRPr u="sng"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Spyware is not always easy to identify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Spyware is very widespread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Although attackers use several different spyware tools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The two most common are </a:t>
            </a:r>
            <a:r>
              <a:rPr lang="en-US" sz="2400" u="sng"/>
              <a:t>adware</a:t>
            </a:r>
            <a:r>
              <a:rPr lang="en-US" sz="2400"/>
              <a:t> and </a:t>
            </a:r>
            <a:r>
              <a:rPr lang="en-US" sz="2400" u="sng"/>
              <a:t>keyloggers</a:t>
            </a:r>
            <a:endParaRPr sz="2400"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59" name="Google Shape;159;p10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Spyware</a:t>
            </a:r>
            <a:endParaRPr/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667001"/>
            <a:ext cx="8018387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Adware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software program that delivers advertising content in a manner that is unexpected and unwanted by the user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Adware can be a security risk</a:t>
            </a:r>
            <a:endParaRPr u="sng"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Many adware programs perform a tracking function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US" sz="1600" u="sng"/>
              <a:t>Monitors and tracks a user’s activities</a:t>
            </a:r>
            <a:endParaRPr u="sng"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US" sz="1600" u="sng"/>
              <a:t>Sends a log of these activities to third parties without the user’s authorization or knowledge</a:t>
            </a:r>
            <a:endParaRPr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Keylogger</a:t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small hardware device or a program that monitors each keystroke a user types on the computer’s keyboard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As the user types, the keystrokes are collected and saved as text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As a hardware device, a keylogger is a small device inserted between the keyboard connector and computer keyboard port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Keylogger</a:t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Software keyloggers</a:t>
            </a:r>
            <a:endParaRPr sz="2400"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Programs that silently capture all keystrokes, including </a:t>
            </a:r>
            <a:r>
              <a:rPr lang="en-US" sz="2000" u="sng"/>
              <a:t>passwords and sensitive information</a:t>
            </a:r>
            <a:endParaRPr u="sng"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Hide themselves so that they cannot be easily detected even if a user is searching for them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88" name="Google Shape;188;p14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Botnets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bot is a software application that </a:t>
            </a:r>
            <a:r>
              <a:rPr lang="en-US" sz="2400" u="sng"/>
              <a:t>performs automated tasks </a:t>
            </a:r>
            <a:r>
              <a:rPr lang="en-US" sz="2400"/>
              <a:t>on command.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Usually, bots are used in large numbers to create a botnet, which is a network of bots used to launch broad remotely-controlled </a:t>
            </a:r>
            <a:r>
              <a:rPr lang="en-US" sz="2400" u="sng"/>
              <a:t>floods of attacks</a:t>
            </a:r>
            <a:r>
              <a:rPr lang="en-US" sz="2400"/>
              <a:t>, such as </a:t>
            </a:r>
            <a:r>
              <a:rPr lang="en-US" sz="2400" u="sng"/>
              <a:t>DDoS</a:t>
            </a:r>
            <a:r>
              <a:rPr lang="en-US" sz="2400"/>
              <a:t> attacks.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When hundreds, thousands, or even tens of thousands of </a:t>
            </a:r>
            <a:r>
              <a:rPr lang="en-US" sz="2400" u="sng"/>
              <a:t>zombie computers</a:t>
            </a:r>
            <a:r>
              <a:rPr lang="en-US" sz="2400"/>
              <a:t> are under the control of an attacker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Zombie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An</a:t>
            </a:r>
            <a:r>
              <a:rPr lang="en-US" sz="2400" u="sng"/>
              <a:t> infected computer</a:t>
            </a:r>
            <a:r>
              <a:rPr lang="en-US" sz="2400"/>
              <a:t> with a program that will allow the attacker to remotely control it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Attackers use Internet Relay Chat (IRC) to remotely control the zombies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Attacker is knows as a bot herder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02" name="Google Shape;202;p16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for Profit</a:t>
            </a:r>
            <a:endParaRPr/>
          </a:p>
        </p:txBody>
      </p:sp>
      <p:pic>
        <p:nvPicPr>
          <p:cNvPr id="203" name="Google Shape;2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057400"/>
            <a:ext cx="7525800" cy="4496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10" name="Google Shape;210;p17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Hardware-Based Attacks: BIOS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Basic Input/Output System (BIOS)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A coded program embedded on the processor chip</a:t>
            </a:r>
            <a:r>
              <a:rPr lang="en-US" sz="2400"/>
              <a:t> that recognizes and controls different devices on the computer system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Executed when the computer system is first turned on and provides low-level access to the </a:t>
            </a:r>
            <a:r>
              <a:rPr lang="en-US" sz="2400" u="sng"/>
              <a:t>hard disk and keyboard</a:t>
            </a:r>
            <a:endParaRPr u="sng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On older computer systems the BIOS was a Read Only Memory (ROM) chip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Today’s computer systems have a PROM (Programmable Read Only Memory) chip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17" name="Google Shape;217;p18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Hardware-Based Attacks: BIOS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Because it can be flashed, the BIOS can be the object of attacks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u="sng"/>
              <a:t>One virus overwrites the contents of the BIOS and the first part of the hard disk drive, causing the computer completely dead</a:t>
            </a:r>
            <a:endParaRPr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u="sng"/>
              <a:t>An attacker could infect a computer with a virus and then flash the BIOS to install a rootkit on the BIOS</a:t>
            </a:r>
            <a:endParaRPr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Hardware-Based Attacks: USB Devices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USB devices are widely used to spread malware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Also, USB devices allow spies or disgruntled employees to copy and steal sensitive corporate data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 addition, data stored on USB devices can be lost or fall into the wrong hands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152400" y="1524000"/>
            <a:ext cx="88391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Hardware-Based Attacks: USB Devices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To reduce the risk introduced by USB devices: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Disable the USB in hardware</a:t>
            </a:r>
            <a:endParaRPr u="sng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Disable the USB through the operating system</a:t>
            </a:r>
            <a:endParaRPr u="sng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Use third-party software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type="title"/>
          </p:nvPr>
        </p:nvSpPr>
        <p:spPr>
          <a:xfrm>
            <a:off x="152400" y="29308"/>
            <a:ext cx="88391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graphicFrame>
        <p:nvGraphicFramePr>
          <p:cNvPr id="238" name="Google Shape;238;p21"/>
          <p:cNvGraphicFramePr/>
          <p:nvPr/>
        </p:nvGraphicFramePr>
        <p:xfrm>
          <a:off x="152400" y="1676399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{69C20FE8-4BE0-4A46-9829-2A7545479507}</a:tableStyleId>
              </a:tblPr>
              <a:tblGrid>
                <a:gridCol w="1447800"/>
                <a:gridCol w="4800600"/>
                <a:gridCol w="25908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Type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What It Does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Real-World Example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Spyware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collects user activity data without their knowledge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DarkHotel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Adware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serves unwanted advertisements 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Fireball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Trojans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disguises itself as desirable code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Emotet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Worms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spreads through a network by replicating itself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Stuxnet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Rootkits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gives hackers remote control of a victim's device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Zacinlo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Keyloggers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monitors users' keystrokes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Olympic Vision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Bots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launches a broad flood of attacks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Echobot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