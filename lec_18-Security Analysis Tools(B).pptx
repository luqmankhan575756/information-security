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mr9wvTk7fEnk/ptC6uPZVnI7O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Parental control </a:t>
            </a:r>
            <a:r>
              <a:rPr i="1" lang="en-US"/>
              <a:t>software</a:t>
            </a:r>
            <a:r>
              <a:rPr lang="en-US"/>
              <a:t> makes browsing the </a:t>
            </a:r>
            <a:r>
              <a:rPr i="1" lang="en-US"/>
              <a:t>Internet</a:t>
            </a:r>
            <a:r>
              <a:rPr lang="en-US"/>
              <a:t> safe and </a:t>
            </a:r>
            <a:r>
              <a:rPr i="1" lang="en-US"/>
              <a:t>secure</a:t>
            </a:r>
            <a:r>
              <a:rPr lang="en-US"/>
              <a:t> for your entire family. </a:t>
            </a:r>
            <a:r>
              <a:rPr i="1" lang="en-US"/>
              <a:t>Net Nanny's web filter</a:t>
            </a:r>
            <a:r>
              <a:rPr lang="en-US"/>
              <a:t> allows in the good content </a:t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MANHUNT: Used to track down an attacker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https://gijc2017.org/2017/11/17/internet-manhunt-six-tools-to-track-people-online/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2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14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6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7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Security Analysis Tools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2286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Security Analysis Tools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Footprinting and Fingerprinting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Types of Analysis Tools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Packet Analyzers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Wireshark</a:t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Tcpdump is the packet analyzer, used before Ethereal (Wireshark)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Wireshark is a fantastic </a:t>
            </a:r>
            <a:r>
              <a:rPr lang="en-US" sz="2400" u="sng"/>
              <a:t>open source network protocol analyzer</a:t>
            </a:r>
            <a:r>
              <a:rPr lang="en-US" sz="2400"/>
              <a:t> for Unix and Windows.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It allows you to </a:t>
            </a:r>
            <a:r>
              <a:rPr lang="en-US" sz="2400" u="sng"/>
              <a:t>examine data from a live network</a:t>
            </a:r>
            <a:endParaRPr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600200"/>
            <a:ext cx="6705600" cy="5276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Packet Analyzers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 network analyzer </a:t>
            </a:r>
            <a:r>
              <a:rPr lang="en-US" sz="2800" u="sng"/>
              <a:t>captures all the traffic</a:t>
            </a:r>
            <a:r>
              <a:rPr lang="en-US" sz="2800"/>
              <a:t> that is going across the network and </a:t>
            </a:r>
            <a:r>
              <a:rPr lang="en-US" sz="2800" u="sng"/>
              <a:t>displays it in readable format</a:t>
            </a:r>
            <a:r>
              <a:rPr lang="en-US" sz="2800"/>
              <a:t>.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Network analyzers typically are used to: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Troubleshoot problems</a:t>
            </a:r>
            <a:r>
              <a:rPr lang="en-US" sz="2400"/>
              <a:t> on the network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Detect and identify malicious</a:t>
            </a:r>
            <a:r>
              <a:rPr lang="en-US" sz="2400"/>
              <a:t> software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Capture and decode data</a:t>
            </a:r>
            <a:r>
              <a:rPr lang="en-US" sz="2400"/>
              <a:t> on a network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Analyze the operations</a:t>
            </a:r>
            <a:r>
              <a:rPr lang="en-US" sz="2400"/>
              <a:t> of applications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Generate and display statistics</a:t>
            </a:r>
            <a:r>
              <a:rPr lang="en-US" sz="2400"/>
              <a:t> about the network activity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Content Filters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 software program or a hardware/software appliance that allows </a:t>
            </a:r>
            <a:r>
              <a:rPr lang="en-US" sz="2800" u="sng"/>
              <a:t>administrators to restrict content that comes in to a network</a:t>
            </a:r>
            <a:endParaRPr u="sng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Example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NetNanny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/>
              <a:t>Parental control software </a:t>
            </a:r>
            <a:r>
              <a:rPr lang="en-US" sz="2000"/>
              <a:t>makes browsing the Internet safe and secure. 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Types of Analysis Tools: Trap and Trace Tools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Trap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 u="sng"/>
              <a:t>Attract an attacker</a:t>
            </a:r>
            <a:r>
              <a:rPr lang="en-US" sz="2400"/>
              <a:t> into the network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Example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Honeypot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Trace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Attempt to determine the </a:t>
            </a:r>
            <a:r>
              <a:rPr lang="en-US" sz="2400" u="sng"/>
              <a:t>identity of someone discovered in unauthorized areas</a:t>
            </a:r>
            <a:r>
              <a:rPr lang="en-US" sz="2400"/>
              <a:t> of the network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Example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Recourse Technologies’ ManHunt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Defenses Against Port Scanning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u="sng"/>
              <a:t>Harden your systems</a:t>
            </a:r>
            <a:endParaRPr u="sng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Make sure all </a:t>
            </a:r>
            <a:r>
              <a:rPr lang="en-US" sz="2800" u="sng"/>
              <a:t>OS patches are installed</a:t>
            </a:r>
            <a:endParaRPr u="sng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u="sng"/>
              <a:t>Close all ports</a:t>
            </a:r>
            <a:r>
              <a:rPr lang="en-US" sz="2800"/>
              <a:t> not needed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u="sng"/>
              <a:t>Delete all programs associated with closed ports</a:t>
            </a:r>
            <a:endParaRPr u="sng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If you are comfortable managing your server via a command line interface remember to </a:t>
            </a:r>
            <a:r>
              <a:rPr lang="en-US" sz="2800" u="sng"/>
              <a:t>disable the GUI interface</a:t>
            </a:r>
            <a:endParaRPr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Don’t forget to </a:t>
            </a:r>
            <a:r>
              <a:rPr lang="en-US" sz="2400" u="sng"/>
              <a:t>delete the X Windows software</a:t>
            </a:r>
            <a:endParaRPr u="sng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Defenses Against Port Scanning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u="sng"/>
              <a:t>Remove all unneeded software</a:t>
            </a:r>
            <a:r>
              <a:rPr lang="en-US" sz="2800"/>
              <a:t> from your server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 production web server shouldn’t need software development software, so remove all of the compilers 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Scan your systems before the hackers do, find your vulnerabilities before they do.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Security Analysis Tools</a:t>
            </a:r>
            <a:endParaRPr sz="3600"/>
          </a:p>
        </p:txBody>
      </p:sp>
      <p:sp>
        <p:nvSpPr>
          <p:cNvPr id="159" name="Google Shape;159;p10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Summary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Security analysis tools are used by both security professionals and attackers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Scanning and analysis tools are used to pinpoint vulnerabilities in systems, holes in security components, and unsecured aspects of network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