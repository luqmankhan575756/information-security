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6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F6A91-2E81-123F-8CC6-E83DAF63D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0409A-7906-52AA-A0B3-131609AA1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8299E-E0D7-2E84-BB06-187373A2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ACBF-0D98-4B1F-ACA1-E4ABCA169AA1}" type="datetimeFigureOut">
              <a:rPr lang="en-PK" smtClean="0"/>
              <a:t>28/02/2024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0CC2C-EFF4-EA66-3C01-D0DB02022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5043F-F1E1-769C-099D-7BB8193E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D014E-B3F1-48AE-8179-A08A2DEB67B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7837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A7694-750E-6AF9-29B2-95B175A29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36F27-A844-89EE-8588-8EFD200B3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6FD35-D0B5-106D-F4EE-B42D93F5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ACBF-0D98-4B1F-ACA1-E4ABCA169AA1}" type="datetimeFigureOut">
              <a:rPr lang="en-PK" smtClean="0"/>
              <a:t>28/02/2024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9AC2A-A75C-67BD-2610-EF5DDECA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B21A-7811-F945-FCFD-96F36E129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D014E-B3F1-48AE-8179-A08A2DEB67B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5035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A8BB-E8AE-B870-F209-4EE9FA778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E2BAE-6DFD-5ACE-6DF3-86153231F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51525-0E3D-0599-C478-BB66C0B34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ACBF-0D98-4B1F-ACA1-E4ABCA169AA1}" type="datetimeFigureOut">
              <a:rPr lang="en-PK" smtClean="0"/>
              <a:t>28/02/2024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B19A8-3790-6A39-DDCA-193D1712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4EB67-839B-C75B-70AC-EED73E4C5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D014E-B3F1-48AE-8179-A08A2DEB67B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1230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90691-1CCC-5A80-1FC3-500236B2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C1ACB-43FE-569A-B45B-3CF5B548C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16211-2C96-FE7D-35FB-78866B486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37D12-C69B-BC14-B31C-0F02FB2F3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ACBF-0D98-4B1F-ACA1-E4ABCA169AA1}" type="datetimeFigureOut">
              <a:rPr lang="en-PK" smtClean="0"/>
              <a:t>28/02/2024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4CB28-E696-4F9D-03A9-10A8ADBE7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BDAEE-3994-5EC5-F3DD-5C67BCAB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D014E-B3F1-48AE-8179-A08A2DEB67B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34716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11C5-28B9-EEF4-2F14-BA401EC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D326C-7283-E879-7E3A-DCF88DE5D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A2857-9057-3C1E-3B00-F2D81EFE0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C92D8-622C-8C30-C39E-B2EE9C280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77E8CD-E4F5-443B-9D1A-858A43753B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42F85B-463F-431D-6D0A-285ACFE33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ACBF-0D98-4B1F-ACA1-E4ABCA169AA1}" type="datetimeFigureOut">
              <a:rPr lang="en-PK" smtClean="0"/>
              <a:t>28/02/2024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BF4613-52F2-72B4-D00A-92CD89321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A4683-114A-6FA5-C2FE-44E2320B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D014E-B3F1-48AE-8179-A08A2DEB67B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9311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EF34-AE3E-D7EB-4EC9-68FB467A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FC365-CBF2-5F14-C008-119F58D3D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ACBF-0D98-4B1F-ACA1-E4ABCA169AA1}" type="datetimeFigureOut">
              <a:rPr lang="en-PK" smtClean="0"/>
              <a:t>28/02/2024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69416-5949-A69C-4F41-CA959386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4D221-F3AF-48D4-1EAC-E6BF8230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D014E-B3F1-48AE-8179-A08A2DEB67B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53444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7D9203-DC95-7480-6D2D-F1A5DBE9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ACBF-0D98-4B1F-ACA1-E4ABCA169AA1}" type="datetimeFigureOut">
              <a:rPr lang="en-PK" smtClean="0"/>
              <a:t>28/02/2024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799A3F-BDBE-CCD6-0189-253A161BB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32632-60FC-FF5E-2DD8-8FE78CB5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D014E-B3F1-48AE-8179-A08A2DEB67B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1454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FDC52-46BE-60E9-5246-4005BA3D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D4D71-1E2A-6195-2BB2-2BC5E11FA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39E1-56E5-92ED-A1F3-C6D1B0293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C61F7-0992-3916-39E0-2E274771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ACBF-0D98-4B1F-ACA1-E4ABCA169AA1}" type="datetimeFigureOut">
              <a:rPr lang="en-PK" smtClean="0"/>
              <a:t>28/02/2024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E57D2-1CA9-B705-9EE0-10A2123FF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52262-E73C-9CBC-0047-54538428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D014E-B3F1-48AE-8179-A08A2DEB67B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32794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6A31-56FF-541C-B3ED-051C5E66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1CB13-FFCE-0190-E5AC-5908FCB71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BB105-0B65-5C2E-E96F-325640263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1B198-AC6C-1E98-D075-821DC2029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ACBF-0D98-4B1F-ACA1-E4ABCA169AA1}" type="datetimeFigureOut">
              <a:rPr lang="en-PK" smtClean="0"/>
              <a:t>28/02/2024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BB032-E81C-CED4-7ACA-7DC80E1E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891AE-3245-0C26-2A76-1D52ED94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D014E-B3F1-48AE-8179-A08A2DEB67B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6962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F46B-64D8-331F-946C-4ADE30B8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3AB07-26CE-E13E-9E4B-113B6B324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3709D-FD92-9C27-28FD-1A9B68AA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ACBF-0D98-4B1F-ACA1-E4ABCA169AA1}" type="datetimeFigureOut">
              <a:rPr lang="en-PK" smtClean="0"/>
              <a:t>28/02/2024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55395-0D62-43F8-C790-E289AE07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9F349-E71B-8B08-05E9-A9FB2DCD6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D014E-B3F1-48AE-8179-A08A2DEB67B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9698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BE1FF4-15EC-FD55-E51A-017F646B8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8BB34-7B66-88F4-02DD-459A54244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5E9B2-7AE1-08A5-52CD-358D09F4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ACBF-0D98-4B1F-ACA1-E4ABCA169AA1}" type="datetimeFigureOut">
              <a:rPr lang="en-PK" smtClean="0"/>
              <a:t>28/02/2024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B5B74-B48C-A329-3840-11F9C6AE3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B009F-922D-8D7D-CD02-18EA54B0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D014E-B3F1-48AE-8179-A08A2DEB67B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9814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09A8CB-5305-24FC-35A2-636A44A2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C8F7F-40F2-0551-0FAF-20377F5F1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E76F0-2EBB-5C00-EAC6-94DE13D72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DACBF-0D98-4B1F-ACA1-E4ABCA169AA1}" type="datetimeFigureOut">
              <a:rPr lang="en-PK" smtClean="0"/>
              <a:t>28/02/2024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FD7BB-8757-EDAC-029D-9CBCB0BA0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2A9BD-FE57-9FD1-EF41-D74174393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D014E-B3F1-48AE-8179-A08A2DEB67B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7762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329A1-139B-C866-2368-DEA7B20393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MIDTERM EXAM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03197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MIDTERM EXAM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EXAM</dc:title>
  <dc:creator>Ammar Yasir</dc:creator>
  <cp:lastModifiedBy>Ammar Yasir</cp:lastModifiedBy>
  <cp:revision>1</cp:revision>
  <dcterms:created xsi:type="dcterms:W3CDTF">2024-02-28T07:29:08Z</dcterms:created>
  <dcterms:modified xsi:type="dcterms:W3CDTF">2024-02-28T07:29:24Z</dcterms:modified>
</cp:coreProperties>
</file>