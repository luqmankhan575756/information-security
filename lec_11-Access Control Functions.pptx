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jYuAABDM5R0zWorZZeRN2KvAg4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4FE017-DBE0-4E7C-9111-47DD8CB52D47}">
  <a:tblStyle styleId="{D14FE017-DBE0-4E7C-9111-47DD8CB52D4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Defense Information Systems Agency (DISA)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 Technical Implementation Guides (STIGs)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Ad-hoc: when necessary or needed.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Casually: By chance accidentally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</a:t>
            </a:r>
            <a:r>
              <a:rPr i="1" lang="en-US"/>
              <a:t>honeypot</a:t>
            </a:r>
            <a:r>
              <a:rPr lang="en-US"/>
              <a:t> is a trap that an IT pro lays for a malicious hacker, hoping that they'll interact with it in a way that provides useful intelligence.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other words, a honeypot is there to distract the attackers from valuable assets of the organization.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2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14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6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17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Access Control and Authorization</a:t>
            </a:r>
            <a:endParaRPr sz="2400"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Identification and Authentication</a:t>
            </a:r>
            <a:endParaRPr sz="24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Types of Authentication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Multi Factor Authentication</a:t>
            </a:r>
            <a:endParaRPr/>
          </a:p>
          <a:p>
            <a:pPr indent="-342900" lvl="1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/>
              <a:t>Authentication Protocols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What is Access Control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Types and Function of Controls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Physical Security Controls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Logical Security Controls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Access Control Models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1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Authorization and Access Control 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152400" y="1600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Controls Functions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Preventive Controls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Prevent an incident from occurring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Detective Controls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Detect when a vulnerability has been exploited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Cannot predict an incident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Cannot prevent an incident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Corrective Control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Attempt to reverse the impact of an incident after it has occurred</a:t>
            </a:r>
            <a:endParaRPr/>
          </a:p>
          <a:p>
            <a:pPr indent="-1333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Authorization and Access Control </a:t>
            </a:r>
            <a:endParaRPr sz="4000"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152400" y="1600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Controls Functions: Examples of Preventive Controls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Hardening</a:t>
            </a:r>
            <a:endParaRPr sz="2400"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Making systems </a:t>
            </a:r>
            <a:r>
              <a:rPr lang="en-US" sz="2400" u="sng"/>
              <a:t>more secure</a:t>
            </a:r>
            <a:r>
              <a:rPr lang="en-US" sz="2400"/>
              <a:t> than default configurations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Removing and </a:t>
            </a:r>
            <a:r>
              <a:rPr lang="en-US" sz="2400" u="sng"/>
              <a:t>disabling unneeded services</a:t>
            </a:r>
            <a:r>
              <a:rPr lang="en-US" sz="2400"/>
              <a:t> and protocols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Patches and updates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Enabling firewalls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Security awareness and training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Authorization and Access Control </a:t>
            </a:r>
            <a:endParaRPr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152400" y="1600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Controls Functions: Examples of Preventive Controls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Change Management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All changes most go through a change management process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Prevents ad-hoc configuration errors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Examples: promoting users to Administrator casually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Account Disablement Policy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When an employee is </a:t>
            </a:r>
            <a:r>
              <a:rPr lang="en-US" sz="2400" u="sng"/>
              <a:t>terminated</a:t>
            </a:r>
            <a:endParaRPr u="sng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1524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Authorization and Access Control 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152400" y="1600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Controls Functions: Examples of Detective Controls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Log monitoring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Firewall logs, server logs, etc.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Trend analysis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Monitoring alerts from an Intrusion Detection System (IDS) can detect a trend of increased attacks on a specific system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1524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Authorization and Access Control </a:t>
            </a:r>
            <a:endParaRPr/>
          </a:p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152400" y="1600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Controls Functions: Examples of Detective Controls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Security Audit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Examines the security viewpoint of an organization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Password audit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User permissions audit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Video Surveillance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Records activity and detects what occurred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Motion detection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Physical security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Authorization and Access Control </a:t>
            </a:r>
            <a:endParaRPr/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152400" y="1524000"/>
            <a:ext cx="8229600" cy="407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Comparing Detection and Prevention Controls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Detective control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Can't predict or prevent an incident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Ex: video surveillance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Preventive control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Stops an incident from occurring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Ex: guards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type="title"/>
          </p:nvPr>
        </p:nvSpPr>
        <p:spPr>
          <a:xfrm>
            <a:off x="76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Authorization and Access Control </a:t>
            </a:r>
            <a:endParaRPr sz="4000"/>
          </a:p>
        </p:txBody>
      </p:sp>
      <p:sp>
        <p:nvSpPr>
          <p:cNvPr id="145" name="Google Shape;145;p9"/>
          <p:cNvSpPr txBox="1"/>
          <p:nvPr>
            <p:ph idx="1" type="body"/>
          </p:nvPr>
        </p:nvSpPr>
        <p:spPr>
          <a:xfrm>
            <a:off x="152400" y="1600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Controls Functions: Examples of Corrective Controls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Active IDS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Detect attacks and modifies the environment to block them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Backups and System Recovery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When data is lost</a:t>
            </a:r>
            <a:r>
              <a:rPr lang="en-US" sz="2400"/>
              <a:t>, backups ensure that it can be recovered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System recovery restores damaged systems to operation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title"/>
          </p:nvPr>
        </p:nvSpPr>
        <p:spPr>
          <a:xfrm>
            <a:off x="76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Authorization and Access Control </a:t>
            </a:r>
            <a:endParaRPr sz="4000"/>
          </a:p>
        </p:txBody>
      </p:sp>
      <p:graphicFrame>
        <p:nvGraphicFramePr>
          <p:cNvPr id="151" name="Google Shape;151;p10"/>
          <p:cNvGraphicFramePr/>
          <p:nvPr/>
        </p:nvGraphicFramePr>
        <p:xfrm>
          <a:off x="112486" y="160020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{D14FE017-DBE0-4E7C-9111-47DD8CB52D47}</a:tableStyleId>
              </a:tblPr>
              <a:tblGrid>
                <a:gridCol w="1683150"/>
                <a:gridCol w="1553725"/>
                <a:gridCol w="1527450"/>
                <a:gridCol w="1828800"/>
                <a:gridCol w="2176575"/>
                <a:gridCol w="177800"/>
              </a:tblGrid>
              <a:tr h="480700"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 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 rowSpan="2"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CONTROL FUNCTIONS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 hMerge="1"/>
                <a:tc hMerge="1"/>
                <a:tc hMerge="1"/>
              </a:tr>
              <a:tr h="4807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Preventive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Detective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Corrective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</a:tr>
              <a:tr h="10349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CONTROL TYPES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Physical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Fences, gates, locks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CCTV and surveillance camera logs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Repair physical damage, re-issue access cards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</a:tr>
              <a:tr h="10349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Technical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Firewall, IPS, MFA solution, antivirus software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Intrusion detection systems, honeypots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Patch a system, terminate a process, reboot a system, 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</a:tr>
              <a:tr h="13120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Administrative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Hiring and termination policies, separation of duties, data classification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Review access rights, audit logs, and unauthorized changes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Implement a business continuity plan or incident response plan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