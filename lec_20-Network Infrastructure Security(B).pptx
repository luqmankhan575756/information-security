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QelMDzZ7RCFBw/2in/4QARmdQ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alBlack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7" name="Google Shape;63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4" name="Google Shape;64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5" name="Google Shape;6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2" name="Google Shape;6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you select this rule type, the wizard will also prompt you to select users and computers that are authorized to establish this type of connection.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9" name="Google Shape;6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5" name="Google Shape;7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3" name="Google Shape;7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8" name="Google Shape;7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4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26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8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9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3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3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microsoftpressstore.com/articles/article.aspx?p=2224362&amp;seqNum=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Network Infrastructure Security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Securing a Network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Security through Network Design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Subnetting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LAN (VLAN)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Demilitarized Zone (DMZ)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Security through Network Technologies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Network Address Translation (NAT)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Private Networks (VPN)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Applying Network Security Devices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Firewalls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Proxy Servers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Honeypots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Network Intrusion Detection Systems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Host and Network Intrusion Prevention Systems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Network Protocol Analyzers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30934" y="1524000"/>
            <a:ext cx="8860665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NAT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Network Address Translation (NAT)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Hides the IP addresses of network devices from attackers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Private addresses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IP addresses not assigned to any specific user or organization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Function as regular IP addresses on an internal network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Non-routable addresses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55620" y="152400"/>
            <a:ext cx="8077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52400" y="16002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NAT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NAT removes the private IP address from the sender’s packet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And replaces it with a public IP address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a packet is returned to NAT, the process is reversed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 attacker who captures the packet on the Internet cannot determine the actual IP address of the sender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55620" y="152400"/>
            <a:ext cx="8077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400" y="16002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NAT</a:t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888" y="2266788"/>
            <a:ext cx="8402223" cy="232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155620" y="152400"/>
            <a:ext cx="8077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152400" y="16002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NAT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0" y="348773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 flipH="1" rot="10800000">
            <a:off x="5030788" y="4086225"/>
            <a:ext cx="1587" cy="285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7"/>
          <p:cNvCxnSpPr/>
          <p:nvPr/>
        </p:nvCxnSpPr>
        <p:spPr>
          <a:xfrm flipH="1" rot="10800000">
            <a:off x="5030788" y="4035425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7"/>
          <p:cNvCxnSpPr/>
          <p:nvPr/>
        </p:nvCxnSpPr>
        <p:spPr>
          <a:xfrm flipH="1" rot="10800000">
            <a:off x="5030788" y="3981450"/>
            <a:ext cx="1587" cy="2698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7"/>
          <p:cNvCxnSpPr/>
          <p:nvPr/>
        </p:nvCxnSpPr>
        <p:spPr>
          <a:xfrm flipH="1" rot="10800000">
            <a:off x="5030788" y="3929062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7"/>
          <p:cNvCxnSpPr/>
          <p:nvPr/>
        </p:nvCxnSpPr>
        <p:spPr>
          <a:xfrm flipH="1" rot="10800000">
            <a:off x="5030788" y="3875087"/>
            <a:ext cx="1587" cy="285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7"/>
          <p:cNvCxnSpPr/>
          <p:nvPr/>
        </p:nvCxnSpPr>
        <p:spPr>
          <a:xfrm flipH="1" rot="10800000">
            <a:off x="5030788" y="3822700"/>
            <a:ext cx="1587" cy="2698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7"/>
          <p:cNvCxnSpPr/>
          <p:nvPr/>
        </p:nvCxnSpPr>
        <p:spPr>
          <a:xfrm flipH="1" rot="10800000">
            <a:off x="5030788" y="3768725"/>
            <a:ext cx="1587" cy="2698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7"/>
          <p:cNvCxnSpPr/>
          <p:nvPr/>
        </p:nvCxnSpPr>
        <p:spPr>
          <a:xfrm flipH="1" rot="10800000">
            <a:off x="5030788" y="3717925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7"/>
          <p:cNvCxnSpPr/>
          <p:nvPr/>
        </p:nvCxnSpPr>
        <p:spPr>
          <a:xfrm flipH="1" rot="10800000">
            <a:off x="5030788" y="3663950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7"/>
          <p:cNvCxnSpPr/>
          <p:nvPr/>
        </p:nvCxnSpPr>
        <p:spPr>
          <a:xfrm flipH="1" rot="10800000">
            <a:off x="5030788" y="3611562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7"/>
          <p:cNvCxnSpPr/>
          <p:nvPr/>
        </p:nvCxnSpPr>
        <p:spPr>
          <a:xfrm flipH="1" rot="10800000">
            <a:off x="5030788" y="3557587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7"/>
          <p:cNvCxnSpPr/>
          <p:nvPr/>
        </p:nvCxnSpPr>
        <p:spPr>
          <a:xfrm flipH="1" rot="10800000">
            <a:off x="5030788" y="3503612"/>
            <a:ext cx="1587" cy="285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7"/>
          <p:cNvCxnSpPr/>
          <p:nvPr/>
        </p:nvCxnSpPr>
        <p:spPr>
          <a:xfrm flipH="1" rot="10800000">
            <a:off x="5030788" y="3451225"/>
            <a:ext cx="1587" cy="2698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7"/>
          <p:cNvCxnSpPr/>
          <p:nvPr/>
        </p:nvCxnSpPr>
        <p:spPr>
          <a:xfrm flipH="1" rot="10800000">
            <a:off x="5030788" y="3397250"/>
            <a:ext cx="1587" cy="285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7"/>
          <p:cNvCxnSpPr/>
          <p:nvPr/>
        </p:nvCxnSpPr>
        <p:spPr>
          <a:xfrm flipH="1" rot="10800000">
            <a:off x="5030788" y="3346450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7"/>
          <p:cNvCxnSpPr/>
          <p:nvPr/>
        </p:nvCxnSpPr>
        <p:spPr>
          <a:xfrm flipH="1" rot="10800000">
            <a:off x="5030788" y="3292475"/>
            <a:ext cx="1587" cy="2698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7"/>
          <p:cNvCxnSpPr/>
          <p:nvPr/>
        </p:nvCxnSpPr>
        <p:spPr>
          <a:xfrm flipH="1" rot="10800000">
            <a:off x="5030788" y="3240087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7"/>
          <p:cNvCxnSpPr/>
          <p:nvPr/>
        </p:nvCxnSpPr>
        <p:spPr>
          <a:xfrm flipH="1" rot="10800000">
            <a:off x="5030788" y="3186112"/>
            <a:ext cx="1587" cy="269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7"/>
          <p:cNvCxnSpPr/>
          <p:nvPr/>
        </p:nvCxnSpPr>
        <p:spPr>
          <a:xfrm flipH="1" rot="10800000">
            <a:off x="5030788" y="3133725"/>
            <a:ext cx="1587" cy="2698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7"/>
          <p:cNvCxnSpPr/>
          <p:nvPr/>
        </p:nvCxnSpPr>
        <p:spPr>
          <a:xfrm flipH="1" rot="10800000">
            <a:off x="5030788" y="3081337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7"/>
          <p:cNvCxnSpPr/>
          <p:nvPr/>
        </p:nvCxnSpPr>
        <p:spPr>
          <a:xfrm flipH="1" rot="10800000">
            <a:off x="5030788" y="3028950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7"/>
          <p:cNvCxnSpPr/>
          <p:nvPr/>
        </p:nvCxnSpPr>
        <p:spPr>
          <a:xfrm flipH="1" rot="10800000">
            <a:off x="5030788" y="2974975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7"/>
          <p:cNvCxnSpPr/>
          <p:nvPr/>
        </p:nvCxnSpPr>
        <p:spPr>
          <a:xfrm flipH="1" rot="10800000">
            <a:off x="5030788" y="2921000"/>
            <a:ext cx="1587" cy="285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7"/>
          <p:cNvCxnSpPr/>
          <p:nvPr/>
        </p:nvCxnSpPr>
        <p:spPr>
          <a:xfrm flipH="1" rot="10800000">
            <a:off x="5030788" y="2868612"/>
            <a:ext cx="1587" cy="269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7"/>
          <p:cNvCxnSpPr/>
          <p:nvPr/>
        </p:nvCxnSpPr>
        <p:spPr>
          <a:xfrm flipH="1" rot="10800000">
            <a:off x="5030788" y="2814637"/>
            <a:ext cx="1587" cy="285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7"/>
          <p:cNvCxnSpPr/>
          <p:nvPr/>
        </p:nvCxnSpPr>
        <p:spPr>
          <a:xfrm flipH="1" rot="10800000">
            <a:off x="5030788" y="2763837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7"/>
          <p:cNvCxnSpPr/>
          <p:nvPr/>
        </p:nvCxnSpPr>
        <p:spPr>
          <a:xfrm flipH="1" rot="10800000">
            <a:off x="5030788" y="2709862"/>
            <a:ext cx="1587" cy="269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7"/>
          <p:cNvCxnSpPr/>
          <p:nvPr/>
        </p:nvCxnSpPr>
        <p:spPr>
          <a:xfrm flipH="1" rot="10800000">
            <a:off x="5030788" y="2657475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7"/>
          <p:cNvCxnSpPr/>
          <p:nvPr/>
        </p:nvCxnSpPr>
        <p:spPr>
          <a:xfrm flipH="1" rot="10800000">
            <a:off x="5030788" y="2603500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7"/>
          <p:cNvCxnSpPr/>
          <p:nvPr/>
        </p:nvCxnSpPr>
        <p:spPr>
          <a:xfrm flipH="1" rot="10800000">
            <a:off x="5030788" y="2551112"/>
            <a:ext cx="1587" cy="269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7"/>
          <p:cNvCxnSpPr/>
          <p:nvPr/>
        </p:nvCxnSpPr>
        <p:spPr>
          <a:xfrm flipH="1" rot="10800000">
            <a:off x="5030788" y="2497137"/>
            <a:ext cx="1587" cy="269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7"/>
          <p:cNvCxnSpPr/>
          <p:nvPr/>
        </p:nvCxnSpPr>
        <p:spPr>
          <a:xfrm flipH="1" rot="10800000">
            <a:off x="5030788" y="2446337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7"/>
          <p:cNvCxnSpPr/>
          <p:nvPr/>
        </p:nvCxnSpPr>
        <p:spPr>
          <a:xfrm flipH="1" rot="10800000">
            <a:off x="5030788" y="2392362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7"/>
          <p:cNvCxnSpPr/>
          <p:nvPr/>
        </p:nvCxnSpPr>
        <p:spPr>
          <a:xfrm flipH="1" rot="10800000">
            <a:off x="5030788" y="2338387"/>
            <a:ext cx="1587" cy="269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7"/>
          <p:cNvCxnSpPr/>
          <p:nvPr/>
        </p:nvCxnSpPr>
        <p:spPr>
          <a:xfrm flipH="1" rot="10800000">
            <a:off x="5030788" y="2286000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7"/>
          <p:cNvSpPr/>
          <p:nvPr/>
        </p:nvSpPr>
        <p:spPr>
          <a:xfrm>
            <a:off x="361950" y="2460625"/>
            <a:ext cx="4386263" cy="2713037"/>
          </a:xfrm>
          <a:custGeom>
            <a:rect b="b" l="l" r="r" t="t"/>
            <a:pathLst>
              <a:path extrusionOk="0" h="1359" w="2807">
                <a:moveTo>
                  <a:pt x="414" y="1009"/>
                </a:moveTo>
                <a:lnTo>
                  <a:pt x="471" y="1097"/>
                </a:lnTo>
                <a:lnTo>
                  <a:pt x="542" y="1177"/>
                </a:lnTo>
                <a:lnTo>
                  <a:pt x="624" y="1243"/>
                </a:lnTo>
                <a:lnTo>
                  <a:pt x="716" y="1297"/>
                </a:lnTo>
                <a:lnTo>
                  <a:pt x="813" y="1332"/>
                </a:lnTo>
                <a:lnTo>
                  <a:pt x="916" y="1354"/>
                </a:lnTo>
                <a:lnTo>
                  <a:pt x="1018" y="1359"/>
                </a:lnTo>
                <a:lnTo>
                  <a:pt x="1125" y="1345"/>
                </a:lnTo>
                <a:lnTo>
                  <a:pt x="1222" y="1314"/>
                </a:lnTo>
                <a:lnTo>
                  <a:pt x="1319" y="1270"/>
                </a:lnTo>
                <a:lnTo>
                  <a:pt x="1406" y="1208"/>
                </a:lnTo>
                <a:lnTo>
                  <a:pt x="1493" y="1270"/>
                </a:lnTo>
                <a:lnTo>
                  <a:pt x="1585" y="1314"/>
                </a:lnTo>
                <a:lnTo>
                  <a:pt x="1688" y="1345"/>
                </a:lnTo>
                <a:lnTo>
                  <a:pt x="1790" y="1359"/>
                </a:lnTo>
                <a:lnTo>
                  <a:pt x="1892" y="1354"/>
                </a:lnTo>
                <a:lnTo>
                  <a:pt x="1994" y="1332"/>
                </a:lnTo>
                <a:lnTo>
                  <a:pt x="2092" y="1297"/>
                </a:lnTo>
                <a:lnTo>
                  <a:pt x="2184" y="1243"/>
                </a:lnTo>
                <a:lnTo>
                  <a:pt x="2265" y="1177"/>
                </a:lnTo>
                <a:lnTo>
                  <a:pt x="2337" y="1097"/>
                </a:lnTo>
                <a:lnTo>
                  <a:pt x="2393" y="1009"/>
                </a:lnTo>
                <a:lnTo>
                  <a:pt x="2470" y="1018"/>
                </a:lnTo>
                <a:lnTo>
                  <a:pt x="2541" y="1009"/>
                </a:lnTo>
                <a:lnTo>
                  <a:pt x="2613" y="987"/>
                </a:lnTo>
                <a:lnTo>
                  <a:pt x="2680" y="947"/>
                </a:lnTo>
                <a:lnTo>
                  <a:pt x="2731" y="894"/>
                </a:lnTo>
                <a:lnTo>
                  <a:pt x="2772" y="828"/>
                </a:lnTo>
                <a:lnTo>
                  <a:pt x="2797" y="757"/>
                </a:lnTo>
                <a:lnTo>
                  <a:pt x="2807" y="677"/>
                </a:lnTo>
                <a:lnTo>
                  <a:pt x="2797" y="602"/>
                </a:lnTo>
                <a:lnTo>
                  <a:pt x="2772" y="531"/>
                </a:lnTo>
                <a:lnTo>
                  <a:pt x="2731" y="465"/>
                </a:lnTo>
                <a:lnTo>
                  <a:pt x="2680" y="412"/>
                </a:lnTo>
                <a:lnTo>
                  <a:pt x="2613" y="372"/>
                </a:lnTo>
                <a:lnTo>
                  <a:pt x="2541" y="345"/>
                </a:lnTo>
                <a:lnTo>
                  <a:pt x="2470" y="341"/>
                </a:lnTo>
                <a:lnTo>
                  <a:pt x="2393" y="350"/>
                </a:lnTo>
                <a:lnTo>
                  <a:pt x="2337" y="261"/>
                </a:lnTo>
                <a:lnTo>
                  <a:pt x="2265" y="182"/>
                </a:lnTo>
                <a:lnTo>
                  <a:pt x="2184" y="115"/>
                </a:lnTo>
                <a:lnTo>
                  <a:pt x="2092" y="62"/>
                </a:lnTo>
                <a:lnTo>
                  <a:pt x="1994" y="27"/>
                </a:lnTo>
                <a:lnTo>
                  <a:pt x="1892" y="5"/>
                </a:lnTo>
                <a:lnTo>
                  <a:pt x="1790" y="0"/>
                </a:lnTo>
                <a:lnTo>
                  <a:pt x="1688" y="14"/>
                </a:lnTo>
                <a:lnTo>
                  <a:pt x="1585" y="44"/>
                </a:lnTo>
                <a:lnTo>
                  <a:pt x="1493" y="89"/>
                </a:lnTo>
                <a:lnTo>
                  <a:pt x="1406" y="151"/>
                </a:lnTo>
                <a:lnTo>
                  <a:pt x="1319" y="89"/>
                </a:lnTo>
                <a:lnTo>
                  <a:pt x="1222" y="44"/>
                </a:lnTo>
                <a:lnTo>
                  <a:pt x="1125" y="14"/>
                </a:lnTo>
                <a:lnTo>
                  <a:pt x="1018" y="0"/>
                </a:lnTo>
                <a:lnTo>
                  <a:pt x="916" y="5"/>
                </a:lnTo>
                <a:lnTo>
                  <a:pt x="813" y="27"/>
                </a:lnTo>
                <a:lnTo>
                  <a:pt x="716" y="62"/>
                </a:lnTo>
                <a:lnTo>
                  <a:pt x="624" y="115"/>
                </a:lnTo>
                <a:lnTo>
                  <a:pt x="542" y="182"/>
                </a:lnTo>
                <a:lnTo>
                  <a:pt x="471" y="261"/>
                </a:lnTo>
                <a:lnTo>
                  <a:pt x="414" y="350"/>
                </a:lnTo>
                <a:lnTo>
                  <a:pt x="343" y="341"/>
                </a:lnTo>
                <a:lnTo>
                  <a:pt x="266" y="345"/>
                </a:lnTo>
                <a:lnTo>
                  <a:pt x="195" y="372"/>
                </a:lnTo>
                <a:lnTo>
                  <a:pt x="128" y="412"/>
                </a:lnTo>
                <a:lnTo>
                  <a:pt x="77" y="465"/>
                </a:lnTo>
                <a:lnTo>
                  <a:pt x="36" y="531"/>
                </a:lnTo>
                <a:lnTo>
                  <a:pt x="11" y="602"/>
                </a:lnTo>
                <a:lnTo>
                  <a:pt x="0" y="677"/>
                </a:lnTo>
                <a:lnTo>
                  <a:pt x="11" y="757"/>
                </a:lnTo>
                <a:lnTo>
                  <a:pt x="36" y="828"/>
                </a:lnTo>
                <a:lnTo>
                  <a:pt x="77" y="894"/>
                </a:lnTo>
                <a:lnTo>
                  <a:pt x="128" y="947"/>
                </a:lnTo>
                <a:lnTo>
                  <a:pt x="195" y="987"/>
                </a:lnTo>
                <a:lnTo>
                  <a:pt x="266" y="1009"/>
                </a:lnTo>
                <a:lnTo>
                  <a:pt x="343" y="1018"/>
                </a:lnTo>
                <a:lnTo>
                  <a:pt x="414" y="1009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152525" y="3884612"/>
            <a:ext cx="65088" cy="26988"/>
          </a:xfrm>
          <a:custGeom>
            <a:rect b="b" l="l" r="r" t="t"/>
            <a:pathLst>
              <a:path extrusionOk="0" h="13" w="41">
                <a:moveTo>
                  <a:pt x="25" y="13"/>
                </a:moveTo>
                <a:lnTo>
                  <a:pt x="41" y="0"/>
                </a:lnTo>
                <a:lnTo>
                  <a:pt x="0" y="0"/>
                </a:lnTo>
                <a:lnTo>
                  <a:pt x="25" y="13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47713" y="3884612"/>
            <a:ext cx="107950" cy="52388"/>
          </a:xfrm>
          <a:custGeom>
            <a:rect b="b" l="l" r="r" t="t"/>
            <a:pathLst>
              <a:path extrusionOk="0" h="26" w="67">
                <a:moveTo>
                  <a:pt x="67" y="26"/>
                </a:moveTo>
                <a:lnTo>
                  <a:pt x="31" y="0"/>
                </a:lnTo>
                <a:lnTo>
                  <a:pt x="0" y="26"/>
                </a:lnTo>
                <a:lnTo>
                  <a:pt x="67" y="26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06450" y="3884612"/>
            <a:ext cx="393700" cy="52388"/>
          </a:xfrm>
          <a:custGeom>
            <a:rect b="b" l="l" r="r" t="t"/>
            <a:pathLst>
              <a:path extrusionOk="0" h="26" w="245">
                <a:moveTo>
                  <a:pt x="245" y="9"/>
                </a:moveTo>
                <a:lnTo>
                  <a:pt x="220" y="0"/>
                </a:lnTo>
                <a:lnTo>
                  <a:pt x="31" y="0"/>
                </a:lnTo>
                <a:lnTo>
                  <a:pt x="0" y="13"/>
                </a:lnTo>
                <a:lnTo>
                  <a:pt x="31" y="26"/>
                </a:lnTo>
                <a:lnTo>
                  <a:pt x="225" y="26"/>
                </a:lnTo>
                <a:lnTo>
                  <a:pt x="245" y="9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63600" y="3919537"/>
            <a:ext cx="238125" cy="17463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7" y="5"/>
                </a:lnTo>
                <a:lnTo>
                  <a:pt x="107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48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63600" y="3919537"/>
            <a:ext cx="238125" cy="17463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7" y="5"/>
                </a:lnTo>
                <a:lnTo>
                  <a:pt x="107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33" y="0"/>
                </a:lnTo>
                <a:lnTo>
                  <a:pt x="128" y="0"/>
                </a:lnTo>
                <a:lnTo>
                  <a:pt x="112" y="5"/>
                </a:lnTo>
                <a:lnTo>
                  <a:pt x="92" y="5"/>
                </a:lnTo>
                <a:lnTo>
                  <a:pt x="66" y="5"/>
                </a:lnTo>
                <a:lnTo>
                  <a:pt x="36" y="5"/>
                </a:lnTo>
                <a:lnTo>
                  <a:pt x="0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63600" y="3919537"/>
            <a:ext cx="214313" cy="17463"/>
          </a:xfrm>
          <a:custGeom>
            <a:rect b="b" l="l" r="r" t="t"/>
            <a:pathLst>
              <a:path extrusionOk="0" h="9" w="133">
                <a:moveTo>
                  <a:pt x="0" y="9"/>
                </a:moveTo>
                <a:lnTo>
                  <a:pt x="36" y="5"/>
                </a:lnTo>
                <a:lnTo>
                  <a:pt x="66" y="5"/>
                </a:lnTo>
                <a:lnTo>
                  <a:pt x="92" y="5"/>
                </a:lnTo>
                <a:lnTo>
                  <a:pt x="112" y="5"/>
                </a:lnTo>
                <a:lnTo>
                  <a:pt x="128" y="0"/>
                </a:lnTo>
                <a:lnTo>
                  <a:pt x="133" y="0"/>
                </a:lnTo>
                <a:lnTo>
                  <a:pt x="117" y="0"/>
                </a:lnTo>
                <a:lnTo>
                  <a:pt x="112" y="0"/>
                </a:lnTo>
                <a:lnTo>
                  <a:pt x="102" y="5"/>
                </a:lnTo>
                <a:lnTo>
                  <a:pt x="82" y="5"/>
                </a:lnTo>
                <a:lnTo>
                  <a:pt x="56" y="5"/>
                </a:lnTo>
                <a:lnTo>
                  <a:pt x="30" y="5"/>
                </a:lnTo>
                <a:lnTo>
                  <a:pt x="0" y="5"/>
                </a:lnTo>
                <a:lnTo>
                  <a:pt x="0" y="9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63600" y="3919537"/>
            <a:ext cx="188913" cy="9525"/>
          </a:xfrm>
          <a:custGeom>
            <a:rect b="b" l="l" r="r" t="t"/>
            <a:pathLst>
              <a:path extrusionOk="0" h="5" w="117">
                <a:moveTo>
                  <a:pt x="0" y="5"/>
                </a:moveTo>
                <a:lnTo>
                  <a:pt x="30" y="5"/>
                </a:lnTo>
                <a:lnTo>
                  <a:pt x="56" y="5"/>
                </a:lnTo>
                <a:lnTo>
                  <a:pt x="82" y="5"/>
                </a:lnTo>
                <a:lnTo>
                  <a:pt x="102" y="5"/>
                </a:lnTo>
                <a:lnTo>
                  <a:pt x="112" y="0"/>
                </a:lnTo>
                <a:lnTo>
                  <a:pt x="117" y="0"/>
                </a:lnTo>
                <a:lnTo>
                  <a:pt x="97" y="0"/>
                </a:lnTo>
                <a:lnTo>
                  <a:pt x="92" y="0"/>
                </a:lnTo>
                <a:lnTo>
                  <a:pt x="82" y="5"/>
                </a:lnTo>
                <a:lnTo>
                  <a:pt x="61" y="5"/>
                </a:lnTo>
                <a:lnTo>
                  <a:pt x="30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63600" y="3919537"/>
            <a:ext cx="155575" cy="9525"/>
          </a:xfrm>
          <a:custGeom>
            <a:rect b="b" l="l" r="r" t="t"/>
            <a:pathLst>
              <a:path extrusionOk="0" h="5" w="97">
                <a:moveTo>
                  <a:pt x="0" y="5"/>
                </a:moveTo>
                <a:lnTo>
                  <a:pt x="30" y="5"/>
                </a:lnTo>
                <a:lnTo>
                  <a:pt x="61" y="5"/>
                </a:lnTo>
                <a:lnTo>
                  <a:pt x="82" y="5"/>
                </a:lnTo>
                <a:lnTo>
                  <a:pt x="92" y="0"/>
                </a:lnTo>
                <a:lnTo>
                  <a:pt x="97" y="0"/>
                </a:lnTo>
                <a:lnTo>
                  <a:pt x="82" y="0"/>
                </a:lnTo>
                <a:lnTo>
                  <a:pt x="77" y="0"/>
                </a:lnTo>
                <a:lnTo>
                  <a:pt x="66" y="0"/>
                </a:lnTo>
                <a:lnTo>
                  <a:pt x="51" y="5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63600" y="3919537"/>
            <a:ext cx="131763" cy="9525"/>
          </a:xfrm>
          <a:custGeom>
            <a:rect b="b" l="l" r="r" t="t"/>
            <a:pathLst>
              <a:path extrusionOk="0" h="5" w="82">
                <a:moveTo>
                  <a:pt x="0" y="5"/>
                </a:moveTo>
                <a:lnTo>
                  <a:pt x="25" y="5"/>
                </a:lnTo>
                <a:lnTo>
                  <a:pt x="51" y="5"/>
                </a:lnTo>
                <a:lnTo>
                  <a:pt x="66" y="0"/>
                </a:lnTo>
                <a:lnTo>
                  <a:pt x="77" y="0"/>
                </a:lnTo>
                <a:lnTo>
                  <a:pt x="82" y="0"/>
                </a:lnTo>
                <a:lnTo>
                  <a:pt x="66" y="0"/>
                </a:lnTo>
                <a:lnTo>
                  <a:pt x="61" y="0"/>
                </a:lnTo>
                <a:lnTo>
                  <a:pt x="46" y="0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863600" y="3919537"/>
            <a:ext cx="106363" cy="9525"/>
          </a:xfrm>
          <a:custGeom>
            <a:rect b="b" l="l" r="r" t="t"/>
            <a:pathLst>
              <a:path extrusionOk="0" h="5" w="66">
                <a:moveTo>
                  <a:pt x="0" y="5"/>
                </a:moveTo>
                <a:lnTo>
                  <a:pt x="25" y="5"/>
                </a:lnTo>
                <a:lnTo>
                  <a:pt x="46" y="0"/>
                </a:lnTo>
                <a:lnTo>
                  <a:pt x="61" y="0"/>
                </a:lnTo>
                <a:lnTo>
                  <a:pt x="66" y="0"/>
                </a:lnTo>
                <a:lnTo>
                  <a:pt x="51" y="0"/>
                </a:lnTo>
                <a:lnTo>
                  <a:pt x="46" y="0"/>
                </a:lnTo>
                <a:lnTo>
                  <a:pt x="36" y="0"/>
                </a:lnTo>
                <a:lnTo>
                  <a:pt x="20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63600" y="3919537"/>
            <a:ext cx="82550" cy="1588"/>
          </a:xfrm>
          <a:custGeom>
            <a:rect b="b" l="l" r="r" t="t"/>
            <a:pathLst>
              <a:path extrusionOk="0" h="120000" w="51">
                <a:moveTo>
                  <a:pt x="0" y="0"/>
                </a:moveTo>
                <a:lnTo>
                  <a:pt x="20" y="0"/>
                </a:lnTo>
                <a:lnTo>
                  <a:pt x="36" y="0"/>
                </a:lnTo>
                <a:lnTo>
                  <a:pt x="46" y="0"/>
                </a:lnTo>
                <a:lnTo>
                  <a:pt x="51" y="0"/>
                </a:lnTo>
                <a:lnTo>
                  <a:pt x="36" y="0"/>
                </a:lnTo>
                <a:lnTo>
                  <a:pt x="30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63600" y="3919537"/>
            <a:ext cx="58738" cy="1588"/>
          </a:xfrm>
          <a:custGeom>
            <a:rect b="b" l="l" r="r" t="t"/>
            <a:pathLst>
              <a:path extrusionOk="0" h="120000" w="36">
                <a:moveTo>
                  <a:pt x="0" y="0"/>
                </a:moveTo>
                <a:lnTo>
                  <a:pt x="20" y="0"/>
                </a:lnTo>
                <a:lnTo>
                  <a:pt x="30" y="0"/>
                </a:lnTo>
                <a:lnTo>
                  <a:pt x="36" y="0"/>
                </a:lnTo>
                <a:lnTo>
                  <a:pt x="20" y="0"/>
                </a:lnTo>
                <a:lnTo>
                  <a:pt x="1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63600" y="3919537"/>
            <a:ext cx="31750" cy="1588"/>
          </a:xfrm>
          <a:custGeom>
            <a:rect b="b" l="l" r="r" t="t"/>
            <a:pathLst>
              <a:path extrusionOk="0" h="120000" w="20">
                <a:moveTo>
                  <a:pt x="0" y="0"/>
                </a:moveTo>
                <a:lnTo>
                  <a:pt x="15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63600" y="3919537"/>
            <a:ext cx="238125" cy="17463"/>
          </a:xfrm>
          <a:custGeom>
            <a:rect b="b" l="l" r="r" t="t"/>
            <a:pathLst>
              <a:path extrusionOk="0" h="9" w="148">
                <a:moveTo>
                  <a:pt x="148" y="0"/>
                </a:moveTo>
                <a:lnTo>
                  <a:pt x="0" y="0"/>
                </a:lnTo>
                <a:lnTo>
                  <a:pt x="10" y="5"/>
                </a:lnTo>
                <a:lnTo>
                  <a:pt x="36" y="5"/>
                </a:lnTo>
                <a:lnTo>
                  <a:pt x="71" y="9"/>
                </a:lnTo>
                <a:lnTo>
                  <a:pt x="112" y="5"/>
                </a:lnTo>
                <a:lnTo>
                  <a:pt x="138" y="5"/>
                </a:lnTo>
                <a:lnTo>
                  <a:pt x="148" y="0"/>
                </a:lnTo>
                <a:lnTo>
                  <a:pt x="1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63600" y="3919537"/>
            <a:ext cx="238125" cy="17463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7" y="5"/>
                </a:lnTo>
                <a:lnTo>
                  <a:pt x="107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48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63600" y="3919537"/>
            <a:ext cx="238125" cy="17463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7" y="5"/>
                </a:lnTo>
                <a:lnTo>
                  <a:pt x="107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33" y="0"/>
                </a:lnTo>
                <a:lnTo>
                  <a:pt x="128" y="0"/>
                </a:lnTo>
                <a:lnTo>
                  <a:pt x="112" y="5"/>
                </a:lnTo>
                <a:lnTo>
                  <a:pt x="92" y="5"/>
                </a:lnTo>
                <a:lnTo>
                  <a:pt x="66" y="5"/>
                </a:lnTo>
                <a:lnTo>
                  <a:pt x="36" y="5"/>
                </a:lnTo>
                <a:lnTo>
                  <a:pt x="0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63600" y="3919537"/>
            <a:ext cx="214313" cy="17463"/>
          </a:xfrm>
          <a:custGeom>
            <a:rect b="b" l="l" r="r" t="t"/>
            <a:pathLst>
              <a:path extrusionOk="0" h="9" w="133">
                <a:moveTo>
                  <a:pt x="0" y="9"/>
                </a:moveTo>
                <a:lnTo>
                  <a:pt x="36" y="5"/>
                </a:lnTo>
                <a:lnTo>
                  <a:pt x="66" y="5"/>
                </a:lnTo>
                <a:lnTo>
                  <a:pt x="92" y="5"/>
                </a:lnTo>
                <a:lnTo>
                  <a:pt x="112" y="5"/>
                </a:lnTo>
                <a:lnTo>
                  <a:pt x="128" y="0"/>
                </a:lnTo>
                <a:lnTo>
                  <a:pt x="133" y="0"/>
                </a:lnTo>
                <a:lnTo>
                  <a:pt x="117" y="0"/>
                </a:lnTo>
                <a:lnTo>
                  <a:pt x="112" y="0"/>
                </a:lnTo>
                <a:lnTo>
                  <a:pt x="102" y="5"/>
                </a:lnTo>
                <a:lnTo>
                  <a:pt x="82" y="5"/>
                </a:lnTo>
                <a:lnTo>
                  <a:pt x="56" y="5"/>
                </a:lnTo>
                <a:lnTo>
                  <a:pt x="30" y="5"/>
                </a:lnTo>
                <a:lnTo>
                  <a:pt x="0" y="5"/>
                </a:lnTo>
                <a:lnTo>
                  <a:pt x="0" y="9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63600" y="3919537"/>
            <a:ext cx="188913" cy="9525"/>
          </a:xfrm>
          <a:custGeom>
            <a:rect b="b" l="l" r="r" t="t"/>
            <a:pathLst>
              <a:path extrusionOk="0" h="5" w="117">
                <a:moveTo>
                  <a:pt x="0" y="5"/>
                </a:moveTo>
                <a:lnTo>
                  <a:pt x="30" y="5"/>
                </a:lnTo>
                <a:lnTo>
                  <a:pt x="56" y="5"/>
                </a:lnTo>
                <a:lnTo>
                  <a:pt x="82" y="5"/>
                </a:lnTo>
                <a:lnTo>
                  <a:pt x="102" y="5"/>
                </a:lnTo>
                <a:lnTo>
                  <a:pt x="112" y="0"/>
                </a:lnTo>
                <a:lnTo>
                  <a:pt x="117" y="0"/>
                </a:lnTo>
                <a:lnTo>
                  <a:pt x="97" y="0"/>
                </a:lnTo>
                <a:lnTo>
                  <a:pt x="92" y="0"/>
                </a:lnTo>
                <a:lnTo>
                  <a:pt x="82" y="5"/>
                </a:lnTo>
                <a:lnTo>
                  <a:pt x="61" y="5"/>
                </a:lnTo>
                <a:lnTo>
                  <a:pt x="30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63600" y="3919537"/>
            <a:ext cx="155575" cy="9525"/>
          </a:xfrm>
          <a:custGeom>
            <a:rect b="b" l="l" r="r" t="t"/>
            <a:pathLst>
              <a:path extrusionOk="0" h="5" w="97">
                <a:moveTo>
                  <a:pt x="0" y="5"/>
                </a:moveTo>
                <a:lnTo>
                  <a:pt x="30" y="5"/>
                </a:lnTo>
                <a:lnTo>
                  <a:pt x="61" y="5"/>
                </a:lnTo>
                <a:lnTo>
                  <a:pt x="82" y="5"/>
                </a:lnTo>
                <a:lnTo>
                  <a:pt x="92" y="0"/>
                </a:lnTo>
                <a:lnTo>
                  <a:pt x="97" y="0"/>
                </a:lnTo>
                <a:lnTo>
                  <a:pt x="82" y="0"/>
                </a:lnTo>
                <a:lnTo>
                  <a:pt x="77" y="0"/>
                </a:lnTo>
                <a:lnTo>
                  <a:pt x="66" y="0"/>
                </a:lnTo>
                <a:lnTo>
                  <a:pt x="51" y="5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63600" y="3919537"/>
            <a:ext cx="131763" cy="9525"/>
          </a:xfrm>
          <a:custGeom>
            <a:rect b="b" l="l" r="r" t="t"/>
            <a:pathLst>
              <a:path extrusionOk="0" h="5" w="82">
                <a:moveTo>
                  <a:pt x="0" y="5"/>
                </a:moveTo>
                <a:lnTo>
                  <a:pt x="25" y="5"/>
                </a:lnTo>
                <a:lnTo>
                  <a:pt x="51" y="5"/>
                </a:lnTo>
                <a:lnTo>
                  <a:pt x="66" y="0"/>
                </a:lnTo>
                <a:lnTo>
                  <a:pt x="77" y="0"/>
                </a:lnTo>
                <a:lnTo>
                  <a:pt x="82" y="0"/>
                </a:lnTo>
                <a:lnTo>
                  <a:pt x="66" y="0"/>
                </a:lnTo>
                <a:lnTo>
                  <a:pt x="61" y="0"/>
                </a:lnTo>
                <a:lnTo>
                  <a:pt x="46" y="0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63600" y="3919537"/>
            <a:ext cx="106363" cy="9525"/>
          </a:xfrm>
          <a:custGeom>
            <a:rect b="b" l="l" r="r" t="t"/>
            <a:pathLst>
              <a:path extrusionOk="0" h="5" w="66">
                <a:moveTo>
                  <a:pt x="0" y="5"/>
                </a:moveTo>
                <a:lnTo>
                  <a:pt x="25" y="5"/>
                </a:lnTo>
                <a:lnTo>
                  <a:pt x="46" y="0"/>
                </a:lnTo>
                <a:lnTo>
                  <a:pt x="61" y="0"/>
                </a:lnTo>
                <a:lnTo>
                  <a:pt x="66" y="0"/>
                </a:lnTo>
                <a:lnTo>
                  <a:pt x="51" y="0"/>
                </a:lnTo>
                <a:lnTo>
                  <a:pt x="46" y="0"/>
                </a:lnTo>
                <a:lnTo>
                  <a:pt x="36" y="0"/>
                </a:lnTo>
                <a:lnTo>
                  <a:pt x="20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63600" y="3919537"/>
            <a:ext cx="82550" cy="1588"/>
          </a:xfrm>
          <a:custGeom>
            <a:rect b="b" l="l" r="r" t="t"/>
            <a:pathLst>
              <a:path extrusionOk="0" h="120000" w="51">
                <a:moveTo>
                  <a:pt x="0" y="0"/>
                </a:moveTo>
                <a:lnTo>
                  <a:pt x="20" y="0"/>
                </a:lnTo>
                <a:lnTo>
                  <a:pt x="36" y="0"/>
                </a:lnTo>
                <a:lnTo>
                  <a:pt x="46" y="0"/>
                </a:lnTo>
                <a:lnTo>
                  <a:pt x="51" y="0"/>
                </a:lnTo>
                <a:lnTo>
                  <a:pt x="36" y="0"/>
                </a:lnTo>
                <a:lnTo>
                  <a:pt x="30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63600" y="3919537"/>
            <a:ext cx="58738" cy="1588"/>
          </a:xfrm>
          <a:custGeom>
            <a:rect b="b" l="l" r="r" t="t"/>
            <a:pathLst>
              <a:path extrusionOk="0" h="120000" w="36">
                <a:moveTo>
                  <a:pt x="0" y="0"/>
                </a:moveTo>
                <a:lnTo>
                  <a:pt x="20" y="0"/>
                </a:lnTo>
                <a:lnTo>
                  <a:pt x="30" y="0"/>
                </a:lnTo>
                <a:lnTo>
                  <a:pt x="36" y="0"/>
                </a:lnTo>
                <a:lnTo>
                  <a:pt x="20" y="0"/>
                </a:lnTo>
                <a:lnTo>
                  <a:pt x="1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63600" y="3919537"/>
            <a:ext cx="31750" cy="1588"/>
          </a:xfrm>
          <a:custGeom>
            <a:rect b="b" l="l" r="r" t="t"/>
            <a:pathLst>
              <a:path extrusionOk="0" h="120000" w="20">
                <a:moveTo>
                  <a:pt x="0" y="0"/>
                </a:moveTo>
                <a:lnTo>
                  <a:pt x="15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168400" y="3884612"/>
            <a:ext cx="49213" cy="201613"/>
          </a:xfrm>
          <a:custGeom>
            <a:rect b="b" l="l" r="r" t="t"/>
            <a:pathLst>
              <a:path extrusionOk="0" h="101" w="31">
                <a:moveTo>
                  <a:pt x="0" y="26"/>
                </a:moveTo>
                <a:lnTo>
                  <a:pt x="31" y="0"/>
                </a:lnTo>
                <a:lnTo>
                  <a:pt x="31" y="75"/>
                </a:lnTo>
                <a:lnTo>
                  <a:pt x="0" y="101"/>
                </a:lnTo>
                <a:lnTo>
                  <a:pt x="0" y="26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47713" y="3937000"/>
            <a:ext cx="420687" cy="1238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47713" y="3937000"/>
            <a:ext cx="420687" cy="1238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79475" y="3937000"/>
            <a:ext cx="7938" cy="123825"/>
          </a:xfrm>
          <a:custGeom>
            <a:rect b="b" l="l" r="r" t="t"/>
            <a:pathLst>
              <a:path extrusionOk="0" h="62" w="5">
                <a:moveTo>
                  <a:pt x="5" y="0"/>
                </a:moveTo>
                <a:lnTo>
                  <a:pt x="0" y="31"/>
                </a:lnTo>
                <a:lnTo>
                  <a:pt x="5" y="62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47713" y="4060825"/>
            <a:ext cx="420687" cy="25400"/>
          </a:xfrm>
          <a:prstGeom prst="rect">
            <a:avLst/>
          </a:prstGeom>
          <a:solidFill>
            <a:srgbClr val="9A9A9A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069975" y="3973512"/>
            <a:ext cx="15875" cy="79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95350" y="3965575"/>
            <a:ext cx="74613" cy="7937"/>
          </a:xfrm>
          <a:custGeom>
            <a:rect b="b" l="l" r="r" t="t"/>
            <a:pathLst>
              <a:path extrusionOk="0" h="4" w="46">
                <a:moveTo>
                  <a:pt x="0" y="4"/>
                </a:moveTo>
                <a:lnTo>
                  <a:pt x="16" y="4"/>
                </a:lnTo>
                <a:lnTo>
                  <a:pt x="16" y="0"/>
                </a:lnTo>
                <a:lnTo>
                  <a:pt x="0" y="0"/>
                </a:lnTo>
                <a:lnTo>
                  <a:pt x="0" y="4"/>
                </a:lnTo>
                <a:close/>
                <a:moveTo>
                  <a:pt x="21" y="4"/>
                </a:moveTo>
                <a:lnTo>
                  <a:pt x="26" y="4"/>
                </a:lnTo>
                <a:lnTo>
                  <a:pt x="26" y="0"/>
                </a:lnTo>
                <a:lnTo>
                  <a:pt x="21" y="0"/>
                </a:lnTo>
                <a:lnTo>
                  <a:pt x="21" y="4"/>
                </a:lnTo>
                <a:close/>
                <a:moveTo>
                  <a:pt x="31" y="4"/>
                </a:moveTo>
                <a:lnTo>
                  <a:pt x="46" y="4"/>
                </a:lnTo>
                <a:lnTo>
                  <a:pt x="46" y="0"/>
                </a:lnTo>
                <a:lnTo>
                  <a:pt x="31" y="0"/>
                </a:lnTo>
                <a:lnTo>
                  <a:pt x="31" y="4"/>
                </a:ln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63588" y="3954462"/>
            <a:ext cx="298450" cy="44450"/>
          </a:xfrm>
          <a:custGeom>
            <a:rect b="b" l="l" r="r" t="t"/>
            <a:pathLst>
              <a:path extrusionOk="0" h="22" w="185">
                <a:moveTo>
                  <a:pt x="0" y="22"/>
                </a:moveTo>
                <a:lnTo>
                  <a:pt x="26" y="22"/>
                </a:lnTo>
                <a:lnTo>
                  <a:pt x="26" y="0"/>
                </a:lnTo>
                <a:lnTo>
                  <a:pt x="0" y="0"/>
                </a:lnTo>
                <a:lnTo>
                  <a:pt x="0" y="22"/>
                </a:lnTo>
                <a:close/>
                <a:moveTo>
                  <a:pt x="164" y="13"/>
                </a:moveTo>
                <a:lnTo>
                  <a:pt x="185" y="13"/>
                </a:lnTo>
                <a:lnTo>
                  <a:pt x="185" y="5"/>
                </a:lnTo>
                <a:lnTo>
                  <a:pt x="164" y="5"/>
                </a:lnTo>
                <a:lnTo>
                  <a:pt x="164" y="13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55650" y="3946525"/>
            <a:ext cx="404813" cy="131762"/>
          </a:xfrm>
          <a:custGeom>
            <a:rect b="b" l="l" r="r" t="t"/>
            <a:pathLst>
              <a:path extrusionOk="0" h="66" w="251">
                <a:moveTo>
                  <a:pt x="87" y="53"/>
                </a:moveTo>
                <a:lnTo>
                  <a:pt x="251" y="53"/>
                </a:lnTo>
                <a:lnTo>
                  <a:pt x="251" y="0"/>
                </a:lnTo>
                <a:lnTo>
                  <a:pt x="87" y="0"/>
                </a:lnTo>
                <a:lnTo>
                  <a:pt x="82" y="26"/>
                </a:lnTo>
                <a:lnTo>
                  <a:pt x="87" y="53"/>
                </a:lnTo>
                <a:close/>
                <a:moveTo>
                  <a:pt x="149" y="48"/>
                </a:moveTo>
                <a:lnTo>
                  <a:pt x="241" y="48"/>
                </a:lnTo>
                <a:lnTo>
                  <a:pt x="241" y="4"/>
                </a:lnTo>
                <a:lnTo>
                  <a:pt x="149" y="4"/>
                </a:lnTo>
                <a:lnTo>
                  <a:pt x="149" y="48"/>
                </a:lnTo>
                <a:close/>
                <a:moveTo>
                  <a:pt x="230" y="66"/>
                </a:moveTo>
                <a:lnTo>
                  <a:pt x="251" y="66"/>
                </a:lnTo>
                <a:lnTo>
                  <a:pt x="251" y="62"/>
                </a:lnTo>
                <a:lnTo>
                  <a:pt x="230" y="62"/>
                </a:lnTo>
                <a:lnTo>
                  <a:pt x="230" y="66"/>
                </a:lnTo>
                <a:close/>
                <a:moveTo>
                  <a:pt x="21" y="66"/>
                </a:moveTo>
                <a:lnTo>
                  <a:pt x="0" y="66"/>
                </a:lnTo>
                <a:lnTo>
                  <a:pt x="0" y="62"/>
                </a:lnTo>
                <a:lnTo>
                  <a:pt x="21" y="62"/>
                </a:lnTo>
                <a:lnTo>
                  <a:pt x="21" y="66"/>
                </a:lnTo>
                <a:close/>
                <a:moveTo>
                  <a:pt x="87" y="13"/>
                </a:moveTo>
                <a:lnTo>
                  <a:pt x="133" y="13"/>
                </a:lnTo>
                <a:lnTo>
                  <a:pt x="133" y="9"/>
                </a:lnTo>
                <a:lnTo>
                  <a:pt x="87" y="9"/>
                </a:lnTo>
                <a:lnTo>
                  <a:pt x="87" y="13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87413" y="3946525"/>
            <a:ext cx="273050" cy="106362"/>
          </a:xfrm>
          <a:custGeom>
            <a:rect b="b" l="l" r="r" t="t"/>
            <a:pathLst>
              <a:path extrusionOk="0" h="53" w="169">
                <a:moveTo>
                  <a:pt x="5" y="53"/>
                </a:moveTo>
                <a:lnTo>
                  <a:pt x="169" y="53"/>
                </a:lnTo>
                <a:lnTo>
                  <a:pt x="169" y="0"/>
                </a:lnTo>
                <a:lnTo>
                  <a:pt x="5" y="0"/>
                </a:lnTo>
                <a:lnTo>
                  <a:pt x="0" y="26"/>
                </a:lnTo>
                <a:lnTo>
                  <a:pt x="5" y="53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969963" y="3946525"/>
            <a:ext cx="1587" cy="106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7"/>
          <p:cNvCxnSpPr/>
          <p:nvPr/>
        </p:nvCxnSpPr>
        <p:spPr>
          <a:xfrm flipH="1">
            <a:off x="887413" y="3981450"/>
            <a:ext cx="8255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7"/>
          <p:cNvCxnSpPr/>
          <p:nvPr/>
        </p:nvCxnSpPr>
        <p:spPr>
          <a:xfrm flipH="1">
            <a:off x="887413" y="4016375"/>
            <a:ext cx="82550" cy="31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7"/>
          <p:cNvSpPr/>
          <p:nvPr/>
        </p:nvSpPr>
        <p:spPr>
          <a:xfrm>
            <a:off x="995363" y="3954462"/>
            <a:ext cx="149225" cy="8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1093788" y="3954462"/>
            <a:ext cx="1587" cy="365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7"/>
          <p:cNvCxnSpPr/>
          <p:nvPr/>
        </p:nvCxnSpPr>
        <p:spPr>
          <a:xfrm>
            <a:off x="995363" y="3990975"/>
            <a:ext cx="1492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7"/>
          <p:cNvSpPr/>
          <p:nvPr/>
        </p:nvSpPr>
        <p:spPr>
          <a:xfrm>
            <a:off x="1125538" y="4070350"/>
            <a:ext cx="34925" cy="79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55650" y="4070350"/>
            <a:ext cx="33338" cy="79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95350" y="3965575"/>
            <a:ext cx="74613" cy="79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7"/>
          <p:cNvCxnSpPr/>
          <p:nvPr/>
        </p:nvCxnSpPr>
        <p:spPr>
          <a:xfrm flipH="1" rot="10800000">
            <a:off x="895350" y="3937000"/>
            <a:ext cx="1588" cy="9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7"/>
          <p:cNvCxnSpPr/>
          <p:nvPr/>
        </p:nvCxnSpPr>
        <p:spPr>
          <a:xfrm flipH="1" rot="10800000">
            <a:off x="895350" y="4052887"/>
            <a:ext cx="1588" cy="7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7"/>
          <p:cNvCxnSpPr/>
          <p:nvPr/>
        </p:nvCxnSpPr>
        <p:spPr>
          <a:xfrm>
            <a:off x="1011238" y="3981450"/>
            <a:ext cx="7937" cy="1587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7"/>
          <p:cNvSpPr/>
          <p:nvPr/>
        </p:nvSpPr>
        <p:spPr>
          <a:xfrm>
            <a:off x="1109663" y="3594100"/>
            <a:ext cx="58737" cy="325437"/>
          </a:xfrm>
          <a:custGeom>
            <a:rect b="b" l="l" r="r" t="t"/>
            <a:pathLst>
              <a:path extrusionOk="0" h="163" w="36">
                <a:moveTo>
                  <a:pt x="0" y="163"/>
                </a:moveTo>
                <a:lnTo>
                  <a:pt x="26" y="141"/>
                </a:lnTo>
                <a:lnTo>
                  <a:pt x="26" y="101"/>
                </a:lnTo>
                <a:lnTo>
                  <a:pt x="36" y="84"/>
                </a:lnTo>
                <a:lnTo>
                  <a:pt x="36" y="0"/>
                </a:lnTo>
                <a:lnTo>
                  <a:pt x="0" y="26"/>
                </a:lnTo>
                <a:lnTo>
                  <a:pt x="0" y="163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806450" y="3594100"/>
            <a:ext cx="361950" cy="50800"/>
          </a:xfrm>
          <a:custGeom>
            <a:rect b="b" l="l" r="r" t="t"/>
            <a:pathLst>
              <a:path extrusionOk="0" h="26" w="225">
                <a:moveTo>
                  <a:pt x="225" y="0"/>
                </a:moveTo>
                <a:lnTo>
                  <a:pt x="31" y="0"/>
                </a:lnTo>
                <a:lnTo>
                  <a:pt x="0" y="26"/>
                </a:lnTo>
                <a:lnTo>
                  <a:pt x="189" y="26"/>
                </a:lnTo>
                <a:lnTo>
                  <a:pt x="225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06450" y="3644900"/>
            <a:ext cx="303213" cy="274637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085850" y="3884612"/>
            <a:ext cx="15875" cy="793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47725" y="3689350"/>
            <a:ext cx="222250" cy="168275"/>
          </a:xfrm>
          <a:custGeom>
            <a:rect b="b" l="l" r="r" t="t"/>
            <a:pathLst>
              <a:path extrusionOk="0" h="84" w="138">
                <a:moveTo>
                  <a:pt x="0" y="0"/>
                </a:moveTo>
                <a:lnTo>
                  <a:pt x="138" y="0"/>
                </a:lnTo>
                <a:lnTo>
                  <a:pt x="138" y="84"/>
                </a:lnTo>
                <a:lnTo>
                  <a:pt x="0" y="8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27" y="0"/>
                </a:lnTo>
                <a:lnTo>
                  <a:pt x="127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47725" y="3689350"/>
            <a:ext cx="204788" cy="152400"/>
          </a:xfrm>
          <a:custGeom>
            <a:rect b="b" l="l" r="r" t="t"/>
            <a:pathLst>
              <a:path extrusionOk="0" h="76" w="127">
                <a:moveTo>
                  <a:pt x="0" y="0"/>
                </a:moveTo>
                <a:lnTo>
                  <a:pt x="127" y="0"/>
                </a:lnTo>
                <a:lnTo>
                  <a:pt x="127" y="76"/>
                </a:lnTo>
                <a:lnTo>
                  <a:pt x="0" y="7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17" y="0"/>
                </a:lnTo>
                <a:lnTo>
                  <a:pt x="117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939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47725" y="3689350"/>
            <a:ext cx="188913" cy="141287"/>
          </a:xfrm>
          <a:custGeom>
            <a:rect b="b" l="l" r="r" t="t"/>
            <a:pathLst>
              <a:path extrusionOk="0" h="71" w="117">
                <a:moveTo>
                  <a:pt x="0" y="0"/>
                </a:moveTo>
                <a:lnTo>
                  <a:pt x="117" y="0"/>
                </a:lnTo>
                <a:lnTo>
                  <a:pt x="117" y="71"/>
                </a:lnTo>
                <a:lnTo>
                  <a:pt x="0" y="7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7" y="0"/>
                </a:lnTo>
                <a:lnTo>
                  <a:pt x="107" y="62"/>
                </a:lnTo>
                <a:lnTo>
                  <a:pt x="0" y="62"/>
                </a:lnTo>
                <a:lnTo>
                  <a:pt x="0" y="0"/>
                </a:lnTo>
                <a:close/>
              </a:path>
            </a:pathLst>
          </a:custGeom>
          <a:solidFill>
            <a:srgbClr val="9C9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47725" y="3689350"/>
            <a:ext cx="171450" cy="123825"/>
          </a:xfrm>
          <a:custGeom>
            <a:rect b="b" l="l" r="r" t="t"/>
            <a:pathLst>
              <a:path extrusionOk="0" h="62" w="107">
                <a:moveTo>
                  <a:pt x="0" y="0"/>
                </a:moveTo>
                <a:lnTo>
                  <a:pt x="107" y="0"/>
                </a:lnTo>
                <a:lnTo>
                  <a:pt x="107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97" y="0"/>
                </a:lnTo>
                <a:lnTo>
                  <a:pt x="97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A7A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47725" y="3689350"/>
            <a:ext cx="155575" cy="115887"/>
          </a:xfrm>
          <a:custGeom>
            <a:rect b="b" l="l" r="r" t="t"/>
            <a:pathLst>
              <a:path extrusionOk="0" h="58" w="97">
                <a:moveTo>
                  <a:pt x="0" y="0"/>
                </a:moveTo>
                <a:lnTo>
                  <a:pt x="97" y="0"/>
                </a:lnTo>
                <a:lnTo>
                  <a:pt x="97" y="58"/>
                </a:lnTo>
                <a:lnTo>
                  <a:pt x="0" y="5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</a:path>
            </a:pathLst>
          </a:custGeom>
          <a:solidFill>
            <a:srgbClr val="B3B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47725" y="3689350"/>
            <a:ext cx="139700" cy="98425"/>
          </a:xfrm>
          <a:custGeom>
            <a:rect b="b" l="l" r="r" t="t"/>
            <a:pathLst>
              <a:path extrusionOk="0" h="49" w="87"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76" y="0"/>
                </a:lnTo>
                <a:lnTo>
                  <a:pt x="76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C0C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47725" y="3689350"/>
            <a:ext cx="122238" cy="90487"/>
          </a:xfrm>
          <a:custGeom>
            <a:rect b="b" l="l" r="r" t="t"/>
            <a:pathLst>
              <a:path extrusionOk="0" h="45" w="76">
                <a:moveTo>
                  <a:pt x="0" y="0"/>
                </a:moveTo>
                <a:lnTo>
                  <a:pt x="76" y="0"/>
                </a:lnTo>
                <a:lnTo>
                  <a:pt x="76" y="45"/>
                </a:lnTo>
                <a:lnTo>
                  <a:pt x="0" y="4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61" y="0"/>
                </a:lnTo>
                <a:lnTo>
                  <a:pt x="61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CFC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47725" y="3689350"/>
            <a:ext cx="98425" cy="71437"/>
          </a:xfrm>
          <a:custGeom>
            <a:rect b="b" l="l" r="r" t="t"/>
            <a:pathLst>
              <a:path extrusionOk="0" h="36" w="61">
                <a:moveTo>
                  <a:pt x="0" y="0"/>
                </a:moveTo>
                <a:lnTo>
                  <a:pt x="61" y="0"/>
                </a:lnTo>
                <a:lnTo>
                  <a:pt x="61" y="36"/>
                </a:lnTo>
                <a:lnTo>
                  <a:pt x="0" y="3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51" y="0"/>
                </a:lnTo>
                <a:lnTo>
                  <a:pt x="51" y="31"/>
                </a:lnTo>
                <a:lnTo>
                  <a:pt x="0" y="31"/>
                </a:lnTo>
                <a:lnTo>
                  <a:pt x="0" y="0"/>
                </a:lnTo>
                <a:close/>
              </a:path>
            </a:pathLst>
          </a:custGeom>
          <a:solidFill>
            <a:srgbClr val="DCD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847725" y="3689350"/>
            <a:ext cx="82550" cy="61912"/>
          </a:xfrm>
          <a:custGeom>
            <a:rect b="b" l="l" r="r" t="t"/>
            <a:pathLst>
              <a:path extrusionOk="0" h="31" w="51">
                <a:moveTo>
                  <a:pt x="0" y="0"/>
                </a:moveTo>
                <a:lnTo>
                  <a:pt x="51" y="0"/>
                </a:lnTo>
                <a:lnTo>
                  <a:pt x="51" y="31"/>
                </a:lnTo>
                <a:lnTo>
                  <a:pt x="0" y="3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40" y="0"/>
                </a:lnTo>
                <a:lnTo>
                  <a:pt x="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7E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47725" y="3689350"/>
            <a:ext cx="65088" cy="53975"/>
          </a:xfrm>
          <a:custGeom>
            <a:rect b="b" l="l" r="r" t="t"/>
            <a:pathLst>
              <a:path extrusionOk="0" h="27" w="40">
                <a:moveTo>
                  <a:pt x="0" y="0"/>
                </a:moveTo>
                <a:lnTo>
                  <a:pt x="40" y="0"/>
                </a:lnTo>
                <a:lnTo>
                  <a:pt x="40" y="27"/>
                </a:lnTo>
                <a:lnTo>
                  <a:pt x="0" y="27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30" y="0"/>
                </a:lnTo>
                <a:lnTo>
                  <a:pt x="30" y="18"/>
                </a:ln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47725" y="3689350"/>
            <a:ext cx="47625" cy="36512"/>
          </a:xfrm>
          <a:custGeom>
            <a:rect b="b" l="l" r="r" t="t"/>
            <a:pathLst>
              <a:path extrusionOk="0" h="18" w="30">
                <a:moveTo>
                  <a:pt x="0" y="0"/>
                </a:moveTo>
                <a:lnTo>
                  <a:pt x="30" y="0"/>
                </a:lnTo>
                <a:lnTo>
                  <a:pt x="30" y="18"/>
                </a:lnTo>
                <a:lnTo>
                  <a:pt x="0" y="1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0" y="0"/>
                </a:lnTo>
                <a:lnTo>
                  <a:pt x="20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5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847725" y="3689350"/>
            <a:ext cx="31750" cy="28575"/>
          </a:xfrm>
          <a:custGeom>
            <a:rect b="b" l="l" r="r" t="t"/>
            <a:pathLst>
              <a:path extrusionOk="0" h="14" w="20">
                <a:moveTo>
                  <a:pt x="0" y="0"/>
                </a:moveTo>
                <a:lnTo>
                  <a:pt x="20" y="0"/>
                </a:lnTo>
                <a:lnTo>
                  <a:pt x="20" y="14"/>
                </a:lnTo>
                <a:lnTo>
                  <a:pt x="0" y="1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" y="0"/>
                </a:lnTo>
                <a:lnTo>
                  <a:pt x="1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47725" y="3689350"/>
            <a:ext cx="15875" cy="9525"/>
          </a:xfrm>
          <a:custGeom>
            <a:rect b="b" l="l" r="r" t="t"/>
            <a:pathLst>
              <a:path extrusionOk="0" h="5" w="10">
                <a:moveTo>
                  <a:pt x="0" y="0"/>
                </a:moveTo>
                <a:lnTo>
                  <a:pt x="10" y="0"/>
                </a:lnTo>
                <a:lnTo>
                  <a:pt x="10" y="5"/>
                </a:lnTo>
                <a:lnTo>
                  <a:pt x="0" y="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47725" y="3689350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47725" y="3689350"/>
            <a:ext cx="222250" cy="1682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47725" y="3689350"/>
            <a:ext cx="222250" cy="168275"/>
          </a:xfrm>
          <a:custGeom>
            <a:rect b="b" l="l" r="r" t="t"/>
            <a:pathLst>
              <a:path extrusionOk="0" h="84" w="138">
                <a:moveTo>
                  <a:pt x="0" y="0"/>
                </a:moveTo>
                <a:lnTo>
                  <a:pt x="138" y="0"/>
                </a:lnTo>
                <a:lnTo>
                  <a:pt x="138" y="84"/>
                </a:lnTo>
                <a:lnTo>
                  <a:pt x="0" y="8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27" y="0"/>
                </a:lnTo>
                <a:lnTo>
                  <a:pt x="127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47725" y="3689350"/>
            <a:ext cx="204788" cy="152400"/>
          </a:xfrm>
          <a:custGeom>
            <a:rect b="b" l="l" r="r" t="t"/>
            <a:pathLst>
              <a:path extrusionOk="0" h="76" w="127">
                <a:moveTo>
                  <a:pt x="0" y="0"/>
                </a:moveTo>
                <a:lnTo>
                  <a:pt x="127" y="0"/>
                </a:lnTo>
                <a:lnTo>
                  <a:pt x="127" y="76"/>
                </a:lnTo>
                <a:lnTo>
                  <a:pt x="0" y="7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17" y="0"/>
                </a:lnTo>
                <a:lnTo>
                  <a:pt x="117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939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47725" y="3689350"/>
            <a:ext cx="188913" cy="141287"/>
          </a:xfrm>
          <a:custGeom>
            <a:rect b="b" l="l" r="r" t="t"/>
            <a:pathLst>
              <a:path extrusionOk="0" h="71" w="117">
                <a:moveTo>
                  <a:pt x="0" y="0"/>
                </a:moveTo>
                <a:lnTo>
                  <a:pt x="117" y="0"/>
                </a:lnTo>
                <a:lnTo>
                  <a:pt x="117" y="71"/>
                </a:lnTo>
                <a:lnTo>
                  <a:pt x="0" y="7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7" y="0"/>
                </a:lnTo>
                <a:lnTo>
                  <a:pt x="107" y="62"/>
                </a:lnTo>
                <a:lnTo>
                  <a:pt x="0" y="62"/>
                </a:lnTo>
                <a:lnTo>
                  <a:pt x="0" y="0"/>
                </a:lnTo>
                <a:close/>
              </a:path>
            </a:pathLst>
          </a:custGeom>
          <a:solidFill>
            <a:srgbClr val="9C9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47725" y="3689350"/>
            <a:ext cx="171450" cy="123825"/>
          </a:xfrm>
          <a:custGeom>
            <a:rect b="b" l="l" r="r" t="t"/>
            <a:pathLst>
              <a:path extrusionOk="0" h="62" w="107">
                <a:moveTo>
                  <a:pt x="0" y="0"/>
                </a:moveTo>
                <a:lnTo>
                  <a:pt x="107" y="0"/>
                </a:lnTo>
                <a:lnTo>
                  <a:pt x="107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97" y="0"/>
                </a:lnTo>
                <a:lnTo>
                  <a:pt x="97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A7A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47725" y="3689350"/>
            <a:ext cx="155575" cy="115887"/>
          </a:xfrm>
          <a:custGeom>
            <a:rect b="b" l="l" r="r" t="t"/>
            <a:pathLst>
              <a:path extrusionOk="0" h="58" w="97">
                <a:moveTo>
                  <a:pt x="0" y="0"/>
                </a:moveTo>
                <a:lnTo>
                  <a:pt x="97" y="0"/>
                </a:lnTo>
                <a:lnTo>
                  <a:pt x="97" y="58"/>
                </a:lnTo>
                <a:lnTo>
                  <a:pt x="0" y="5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</a:path>
            </a:pathLst>
          </a:custGeom>
          <a:solidFill>
            <a:srgbClr val="B3B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47725" y="3689350"/>
            <a:ext cx="139700" cy="98425"/>
          </a:xfrm>
          <a:custGeom>
            <a:rect b="b" l="l" r="r" t="t"/>
            <a:pathLst>
              <a:path extrusionOk="0" h="49" w="87"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76" y="0"/>
                </a:lnTo>
                <a:lnTo>
                  <a:pt x="76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C0C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847725" y="3689350"/>
            <a:ext cx="122238" cy="90487"/>
          </a:xfrm>
          <a:custGeom>
            <a:rect b="b" l="l" r="r" t="t"/>
            <a:pathLst>
              <a:path extrusionOk="0" h="45" w="76">
                <a:moveTo>
                  <a:pt x="0" y="0"/>
                </a:moveTo>
                <a:lnTo>
                  <a:pt x="76" y="0"/>
                </a:lnTo>
                <a:lnTo>
                  <a:pt x="76" y="45"/>
                </a:lnTo>
                <a:lnTo>
                  <a:pt x="0" y="4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61" y="0"/>
                </a:lnTo>
                <a:lnTo>
                  <a:pt x="61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CFC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47725" y="3689350"/>
            <a:ext cx="98425" cy="71437"/>
          </a:xfrm>
          <a:custGeom>
            <a:rect b="b" l="l" r="r" t="t"/>
            <a:pathLst>
              <a:path extrusionOk="0" h="36" w="61">
                <a:moveTo>
                  <a:pt x="0" y="0"/>
                </a:moveTo>
                <a:lnTo>
                  <a:pt x="61" y="0"/>
                </a:lnTo>
                <a:lnTo>
                  <a:pt x="61" y="36"/>
                </a:lnTo>
                <a:lnTo>
                  <a:pt x="0" y="3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51" y="0"/>
                </a:lnTo>
                <a:lnTo>
                  <a:pt x="51" y="31"/>
                </a:lnTo>
                <a:lnTo>
                  <a:pt x="0" y="31"/>
                </a:lnTo>
                <a:lnTo>
                  <a:pt x="0" y="0"/>
                </a:lnTo>
                <a:close/>
              </a:path>
            </a:pathLst>
          </a:custGeom>
          <a:solidFill>
            <a:srgbClr val="DCD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847725" y="3689350"/>
            <a:ext cx="82550" cy="61912"/>
          </a:xfrm>
          <a:custGeom>
            <a:rect b="b" l="l" r="r" t="t"/>
            <a:pathLst>
              <a:path extrusionOk="0" h="31" w="51">
                <a:moveTo>
                  <a:pt x="0" y="0"/>
                </a:moveTo>
                <a:lnTo>
                  <a:pt x="51" y="0"/>
                </a:lnTo>
                <a:lnTo>
                  <a:pt x="51" y="31"/>
                </a:lnTo>
                <a:lnTo>
                  <a:pt x="0" y="3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40" y="0"/>
                </a:lnTo>
                <a:lnTo>
                  <a:pt x="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7E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47725" y="3689350"/>
            <a:ext cx="65088" cy="53975"/>
          </a:xfrm>
          <a:custGeom>
            <a:rect b="b" l="l" r="r" t="t"/>
            <a:pathLst>
              <a:path extrusionOk="0" h="27" w="40">
                <a:moveTo>
                  <a:pt x="0" y="0"/>
                </a:moveTo>
                <a:lnTo>
                  <a:pt x="40" y="0"/>
                </a:lnTo>
                <a:lnTo>
                  <a:pt x="40" y="27"/>
                </a:lnTo>
                <a:lnTo>
                  <a:pt x="0" y="27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30" y="0"/>
                </a:lnTo>
                <a:lnTo>
                  <a:pt x="30" y="18"/>
                </a:ln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47725" y="3689350"/>
            <a:ext cx="47625" cy="36512"/>
          </a:xfrm>
          <a:custGeom>
            <a:rect b="b" l="l" r="r" t="t"/>
            <a:pathLst>
              <a:path extrusionOk="0" h="18" w="30">
                <a:moveTo>
                  <a:pt x="0" y="0"/>
                </a:moveTo>
                <a:lnTo>
                  <a:pt x="30" y="0"/>
                </a:lnTo>
                <a:lnTo>
                  <a:pt x="30" y="18"/>
                </a:lnTo>
                <a:lnTo>
                  <a:pt x="0" y="1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0" y="0"/>
                </a:lnTo>
                <a:lnTo>
                  <a:pt x="20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5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847725" y="3689350"/>
            <a:ext cx="31750" cy="28575"/>
          </a:xfrm>
          <a:custGeom>
            <a:rect b="b" l="l" r="r" t="t"/>
            <a:pathLst>
              <a:path extrusionOk="0" h="14" w="20">
                <a:moveTo>
                  <a:pt x="0" y="0"/>
                </a:moveTo>
                <a:lnTo>
                  <a:pt x="20" y="0"/>
                </a:lnTo>
                <a:lnTo>
                  <a:pt x="20" y="14"/>
                </a:lnTo>
                <a:lnTo>
                  <a:pt x="0" y="1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" y="0"/>
                </a:lnTo>
                <a:lnTo>
                  <a:pt x="1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847725" y="3689350"/>
            <a:ext cx="15875" cy="9525"/>
          </a:xfrm>
          <a:custGeom>
            <a:rect b="b" l="l" r="r" t="t"/>
            <a:pathLst>
              <a:path extrusionOk="0" h="5" w="10">
                <a:moveTo>
                  <a:pt x="0" y="0"/>
                </a:moveTo>
                <a:lnTo>
                  <a:pt x="10" y="0"/>
                </a:lnTo>
                <a:lnTo>
                  <a:pt x="10" y="5"/>
                </a:lnTo>
                <a:lnTo>
                  <a:pt x="0" y="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847725" y="3689350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30263" y="3673475"/>
            <a:ext cx="255587" cy="201612"/>
          </a:xfrm>
          <a:custGeom>
            <a:rect b="b" l="l" r="r" t="t"/>
            <a:pathLst>
              <a:path extrusionOk="0" h="101" w="159">
                <a:moveTo>
                  <a:pt x="0" y="0"/>
                </a:moveTo>
                <a:lnTo>
                  <a:pt x="159" y="0"/>
                </a:lnTo>
                <a:lnTo>
                  <a:pt x="159" y="101"/>
                </a:lnTo>
                <a:lnTo>
                  <a:pt x="0" y="101"/>
                </a:lnTo>
                <a:lnTo>
                  <a:pt x="0" y="0"/>
                </a:lnTo>
                <a:close/>
                <a:moveTo>
                  <a:pt x="11" y="8"/>
                </a:moveTo>
                <a:lnTo>
                  <a:pt x="159" y="8"/>
                </a:lnTo>
                <a:lnTo>
                  <a:pt x="159" y="101"/>
                </a:lnTo>
                <a:lnTo>
                  <a:pt x="11" y="101"/>
                </a:lnTo>
                <a:lnTo>
                  <a:pt x="11" y="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847725" y="3689350"/>
            <a:ext cx="238125" cy="185737"/>
          </a:xfrm>
          <a:custGeom>
            <a:rect b="b" l="l" r="r" t="t"/>
            <a:pathLst>
              <a:path extrusionOk="0" h="93" w="148">
                <a:moveTo>
                  <a:pt x="0" y="0"/>
                </a:moveTo>
                <a:lnTo>
                  <a:pt x="148" y="0"/>
                </a:lnTo>
                <a:lnTo>
                  <a:pt x="148" y="93"/>
                </a:lnTo>
                <a:lnTo>
                  <a:pt x="0" y="93"/>
                </a:lnTo>
                <a:lnTo>
                  <a:pt x="0" y="0"/>
                </a:lnTo>
                <a:close/>
                <a:moveTo>
                  <a:pt x="10" y="5"/>
                </a:moveTo>
                <a:lnTo>
                  <a:pt x="148" y="5"/>
                </a:lnTo>
                <a:lnTo>
                  <a:pt x="148" y="93"/>
                </a:lnTo>
                <a:lnTo>
                  <a:pt x="10" y="93"/>
                </a:lnTo>
                <a:lnTo>
                  <a:pt x="10" y="5"/>
                </a:lnTo>
                <a:close/>
              </a:path>
            </a:pathLst>
          </a:custGeom>
          <a:solidFill>
            <a:srgbClr val="9F9F9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863600" y="3698875"/>
            <a:ext cx="222250" cy="176212"/>
          </a:xfrm>
          <a:custGeom>
            <a:rect b="b" l="l" r="r" t="t"/>
            <a:pathLst>
              <a:path extrusionOk="0" h="88" w="138">
                <a:moveTo>
                  <a:pt x="0" y="0"/>
                </a:moveTo>
                <a:lnTo>
                  <a:pt x="138" y="0"/>
                </a:lnTo>
                <a:lnTo>
                  <a:pt x="138" y="88"/>
                </a:lnTo>
                <a:lnTo>
                  <a:pt x="0" y="88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38" y="9"/>
                </a:lnTo>
                <a:lnTo>
                  <a:pt x="138" y="88"/>
                </a:lnTo>
                <a:lnTo>
                  <a:pt x="10" y="88"/>
                </a:lnTo>
                <a:lnTo>
                  <a:pt x="10" y="9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879475" y="3717925"/>
            <a:ext cx="206375" cy="157162"/>
          </a:xfrm>
          <a:custGeom>
            <a:rect b="b" l="l" r="r" t="t"/>
            <a:pathLst>
              <a:path extrusionOk="0" h="79" w="128">
                <a:moveTo>
                  <a:pt x="0" y="0"/>
                </a:moveTo>
                <a:lnTo>
                  <a:pt x="128" y="0"/>
                </a:lnTo>
                <a:lnTo>
                  <a:pt x="128" y="79"/>
                </a:lnTo>
                <a:lnTo>
                  <a:pt x="0" y="79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128" y="4"/>
                </a:lnTo>
                <a:lnTo>
                  <a:pt x="128" y="79"/>
                </a:lnTo>
                <a:lnTo>
                  <a:pt x="10" y="79"/>
                </a:lnTo>
                <a:lnTo>
                  <a:pt x="10" y="4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895350" y="3725862"/>
            <a:ext cx="190500" cy="149225"/>
          </a:xfrm>
          <a:custGeom>
            <a:rect b="b" l="l" r="r" t="t"/>
            <a:pathLst>
              <a:path extrusionOk="0" h="75" w="118">
                <a:moveTo>
                  <a:pt x="0" y="0"/>
                </a:moveTo>
                <a:lnTo>
                  <a:pt x="118" y="0"/>
                </a:lnTo>
                <a:lnTo>
                  <a:pt x="118" y="75"/>
                </a:lnTo>
                <a:lnTo>
                  <a:pt x="0" y="7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18" y="9"/>
                </a:lnTo>
                <a:lnTo>
                  <a:pt x="118" y="75"/>
                </a:lnTo>
                <a:lnTo>
                  <a:pt x="10" y="75"/>
                </a:lnTo>
                <a:lnTo>
                  <a:pt x="10" y="9"/>
                </a:lnTo>
                <a:close/>
              </a:path>
            </a:pathLst>
          </a:custGeom>
          <a:solidFill>
            <a:srgbClr val="B0B0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912813" y="3743325"/>
            <a:ext cx="173037" cy="131762"/>
          </a:xfrm>
          <a:custGeom>
            <a:rect b="b" l="l" r="r" t="t"/>
            <a:pathLst>
              <a:path extrusionOk="0" h="66" w="108">
                <a:moveTo>
                  <a:pt x="0" y="0"/>
                </a:moveTo>
                <a:lnTo>
                  <a:pt x="108" y="0"/>
                </a:lnTo>
                <a:lnTo>
                  <a:pt x="108" y="66"/>
                </a:lnTo>
                <a:lnTo>
                  <a:pt x="0" y="66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108" y="4"/>
                </a:lnTo>
                <a:lnTo>
                  <a:pt x="108" y="66"/>
                </a:lnTo>
                <a:lnTo>
                  <a:pt x="11" y="66"/>
                </a:lnTo>
                <a:lnTo>
                  <a:pt x="11" y="4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30275" y="3751262"/>
            <a:ext cx="155575" cy="123825"/>
          </a:xfrm>
          <a:custGeom>
            <a:rect b="b" l="l" r="r" t="t"/>
            <a:pathLst>
              <a:path extrusionOk="0" h="62" w="97">
                <a:moveTo>
                  <a:pt x="0" y="0"/>
                </a:moveTo>
                <a:lnTo>
                  <a:pt x="97" y="0"/>
                </a:lnTo>
                <a:lnTo>
                  <a:pt x="97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97" y="9"/>
                </a:lnTo>
                <a:lnTo>
                  <a:pt x="97" y="62"/>
                </a:lnTo>
                <a:lnTo>
                  <a:pt x="10" y="62"/>
                </a:lnTo>
                <a:lnTo>
                  <a:pt x="10" y="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946150" y="3768725"/>
            <a:ext cx="139700" cy="106362"/>
          </a:xfrm>
          <a:custGeom>
            <a:rect b="b" l="l" r="r" t="t"/>
            <a:pathLst>
              <a:path extrusionOk="0" h="53" w="87">
                <a:moveTo>
                  <a:pt x="0" y="0"/>
                </a:moveTo>
                <a:lnTo>
                  <a:pt x="87" y="0"/>
                </a:lnTo>
                <a:lnTo>
                  <a:pt x="87" y="53"/>
                </a:lnTo>
                <a:lnTo>
                  <a:pt x="0" y="53"/>
                </a:lnTo>
                <a:lnTo>
                  <a:pt x="0" y="0"/>
                </a:lnTo>
                <a:close/>
                <a:moveTo>
                  <a:pt x="15" y="5"/>
                </a:moveTo>
                <a:lnTo>
                  <a:pt x="87" y="5"/>
                </a:lnTo>
                <a:lnTo>
                  <a:pt x="87" y="53"/>
                </a:lnTo>
                <a:lnTo>
                  <a:pt x="15" y="53"/>
                </a:lnTo>
                <a:lnTo>
                  <a:pt x="15" y="5"/>
                </a:lnTo>
                <a:close/>
              </a:path>
            </a:pathLst>
          </a:custGeom>
          <a:solidFill>
            <a:srgbClr val="C8C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969963" y="3779837"/>
            <a:ext cx="115887" cy="95250"/>
          </a:xfrm>
          <a:custGeom>
            <a:rect b="b" l="l" r="r" t="t"/>
            <a:pathLst>
              <a:path extrusionOk="0" h="48" w="72">
                <a:moveTo>
                  <a:pt x="0" y="0"/>
                </a:moveTo>
                <a:lnTo>
                  <a:pt x="72" y="0"/>
                </a:lnTo>
                <a:lnTo>
                  <a:pt x="72" y="48"/>
                </a:lnTo>
                <a:lnTo>
                  <a:pt x="0" y="48"/>
                </a:lnTo>
                <a:lnTo>
                  <a:pt x="0" y="0"/>
                </a:lnTo>
                <a:close/>
                <a:moveTo>
                  <a:pt x="11" y="8"/>
                </a:moveTo>
                <a:lnTo>
                  <a:pt x="72" y="8"/>
                </a:lnTo>
                <a:lnTo>
                  <a:pt x="72" y="48"/>
                </a:lnTo>
                <a:lnTo>
                  <a:pt x="11" y="48"/>
                </a:lnTo>
                <a:lnTo>
                  <a:pt x="11" y="8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987425" y="3795712"/>
            <a:ext cx="98425" cy="79375"/>
          </a:xfrm>
          <a:custGeom>
            <a:rect b="b" l="l" r="r" t="t"/>
            <a:pathLst>
              <a:path extrusionOk="0" h="40" w="61">
                <a:moveTo>
                  <a:pt x="0" y="0"/>
                </a:moveTo>
                <a:lnTo>
                  <a:pt x="61" y="0"/>
                </a:lnTo>
                <a:lnTo>
                  <a:pt x="61" y="40"/>
                </a:lnTo>
                <a:lnTo>
                  <a:pt x="0" y="40"/>
                </a:lnTo>
                <a:lnTo>
                  <a:pt x="0" y="0"/>
                </a:lnTo>
                <a:close/>
                <a:moveTo>
                  <a:pt x="10" y="5"/>
                </a:moveTo>
                <a:lnTo>
                  <a:pt x="61" y="5"/>
                </a:lnTo>
                <a:lnTo>
                  <a:pt x="61" y="40"/>
                </a:lnTo>
                <a:lnTo>
                  <a:pt x="10" y="40"/>
                </a:lnTo>
                <a:lnTo>
                  <a:pt x="10" y="5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003300" y="3805237"/>
            <a:ext cx="82550" cy="69850"/>
          </a:xfrm>
          <a:custGeom>
            <a:rect b="b" l="l" r="r" t="t"/>
            <a:pathLst>
              <a:path extrusionOk="0" h="35" w="51">
                <a:moveTo>
                  <a:pt x="0" y="0"/>
                </a:moveTo>
                <a:lnTo>
                  <a:pt x="51" y="0"/>
                </a:lnTo>
                <a:lnTo>
                  <a:pt x="51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51" y="9"/>
                </a:lnTo>
                <a:lnTo>
                  <a:pt x="51" y="35"/>
                </a:lnTo>
                <a:lnTo>
                  <a:pt x="10" y="35"/>
                </a:lnTo>
                <a:lnTo>
                  <a:pt x="10" y="9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019175" y="3822700"/>
            <a:ext cx="66675" cy="52387"/>
          </a:xfrm>
          <a:custGeom>
            <a:rect b="b" l="l" r="r" t="t"/>
            <a:pathLst>
              <a:path extrusionOk="0" h="26" w="41">
                <a:moveTo>
                  <a:pt x="0" y="0"/>
                </a:moveTo>
                <a:lnTo>
                  <a:pt x="41" y="0"/>
                </a:lnTo>
                <a:lnTo>
                  <a:pt x="41" y="26"/>
                </a:lnTo>
                <a:lnTo>
                  <a:pt x="0" y="26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41" y="4"/>
                </a:lnTo>
                <a:lnTo>
                  <a:pt x="41" y="26"/>
                </a:lnTo>
                <a:lnTo>
                  <a:pt x="10" y="26"/>
                </a:lnTo>
                <a:lnTo>
                  <a:pt x="10" y="4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1036638" y="3830637"/>
            <a:ext cx="49212" cy="44450"/>
          </a:xfrm>
          <a:custGeom>
            <a:rect b="b" l="l" r="r" t="t"/>
            <a:pathLst>
              <a:path extrusionOk="0" h="22" w="31">
                <a:moveTo>
                  <a:pt x="0" y="0"/>
                </a:moveTo>
                <a:lnTo>
                  <a:pt x="31" y="0"/>
                </a:lnTo>
                <a:lnTo>
                  <a:pt x="31" y="22"/>
                </a:lnTo>
                <a:lnTo>
                  <a:pt x="0" y="2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31" y="9"/>
                </a:lnTo>
                <a:lnTo>
                  <a:pt x="31" y="22"/>
                </a:lnTo>
                <a:lnTo>
                  <a:pt x="10" y="22"/>
                </a:lnTo>
                <a:lnTo>
                  <a:pt x="10" y="9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052513" y="3849687"/>
            <a:ext cx="33337" cy="25400"/>
          </a:xfrm>
          <a:custGeom>
            <a:rect b="b" l="l" r="r" t="t"/>
            <a:pathLst>
              <a:path extrusionOk="0" h="13" w="21">
                <a:moveTo>
                  <a:pt x="0" y="0"/>
                </a:moveTo>
                <a:lnTo>
                  <a:pt x="21" y="0"/>
                </a:lnTo>
                <a:lnTo>
                  <a:pt x="2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21" y="4"/>
                </a:lnTo>
                <a:lnTo>
                  <a:pt x="21" y="13"/>
                </a:lnTo>
                <a:lnTo>
                  <a:pt x="11" y="13"/>
                </a:lnTo>
                <a:lnTo>
                  <a:pt x="11" y="4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069975" y="3857625"/>
            <a:ext cx="15875" cy="17462"/>
          </a:xfrm>
          <a:custGeom>
            <a:rect b="b" l="l" r="r" t="t"/>
            <a:pathLst>
              <a:path extrusionOk="0" h="9" w="10">
                <a:moveTo>
                  <a:pt x="0" y="0"/>
                </a:moveTo>
                <a:lnTo>
                  <a:pt x="10" y="0"/>
                </a:lnTo>
                <a:lnTo>
                  <a:pt x="1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085850" y="3875087"/>
            <a:ext cx="1588" cy="15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830263" y="3673475"/>
            <a:ext cx="255587" cy="201612"/>
          </a:xfrm>
          <a:custGeom>
            <a:rect b="b" l="l" r="r" t="t"/>
            <a:pathLst>
              <a:path extrusionOk="0" h="101" w="159">
                <a:moveTo>
                  <a:pt x="11" y="88"/>
                </a:moveTo>
                <a:lnTo>
                  <a:pt x="11" y="8"/>
                </a:lnTo>
                <a:lnTo>
                  <a:pt x="149" y="8"/>
                </a:lnTo>
                <a:lnTo>
                  <a:pt x="149" y="88"/>
                </a:lnTo>
                <a:lnTo>
                  <a:pt x="11" y="88"/>
                </a:lnTo>
                <a:close/>
                <a:moveTo>
                  <a:pt x="5" y="97"/>
                </a:moveTo>
                <a:lnTo>
                  <a:pt x="154" y="97"/>
                </a:lnTo>
                <a:lnTo>
                  <a:pt x="154" y="4"/>
                </a:lnTo>
                <a:lnTo>
                  <a:pt x="159" y="4"/>
                </a:lnTo>
                <a:lnTo>
                  <a:pt x="159" y="0"/>
                </a:lnTo>
                <a:lnTo>
                  <a:pt x="0" y="0"/>
                </a:lnTo>
                <a:lnTo>
                  <a:pt x="0" y="101"/>
                </a:lnTo>
                <a:lnTo>
                  <a:pt x="5" y="101"/>
                </a:lnTo>
                <a:lnTo>
                  <a:pt x="5" y="9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30263" y="3673475"/>
            <a:ext cx="255587" cy="201612"/>
          </a:xfrm>
          <a:custGeom>
            <a:rect b="b" l="l" r="r" t="t"/>
            <a:pathLst>
              <a:path extrusionOk="0" h="101" w="159">
                <a:moveTo>
                  <a:pt x="0" y="0"/>
                </a:moveTo>
                <a:lnTo>
                  <a:pt x="159" y="0"/>
                </a:lnTo>
                <a:lnTo>
                  <a:pt x="159" y="101"/>
                </a:lnTo>
                <a:lnTo>
                  <a:pt x="0" y="101"/>
                </a:lnTo>
                <a:lnTo>
                  <a:pt x="0" y="0"/>
                </a:lnTo>
                <a:close/>
                <a:moveTo>
                  <a:pt x="11" y="8"/>
                </a:moveTo>
                <a:lnTo>
                  <a:pt x="159" y="8"/>
                </a:lnTo>
                <a:lnTo>
                  <a:pt x="159" y="101"/>
                </a:lnTo>
                <a:lnTo>
                  <a:pt x="11" y="101"/>
                </a:lnTo>
                <a:lnTo>
                  <a:pt x="11" y="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847725" y="3689350"/>
            <a:ext cx="238125" cy="185737"/>
          </a:xfrm>
          <a:custGeom>
            <a:rect b="b" l="l" r="r" t="t"/>
            <a:pathLst>
              <a:path extrusionOk="0" h="93" w="148">
                <a:moveTo>
                  <a:pt x="0" y="0"/>
                </a:moveTo>
                <a:lnTo>
                  <a:pt x="148" y="0"/>
                </a:lnTo>
                <a:lnTo>
                  <a:pt x="148" y="93"/>
                </a:lnTo>
                <a:lnTo>
                  <a:pt x="0" y="93"/>
                </a:lnTo>
                <a:lnTo>
                  <a:pt x="0" y="0"/>
                </a:lnTo>
                <a:close/>
                <a:moveTo>
                  <a:pt x="10" y="5"/>
                </a:moveTo>
                <a:lnTo>
                  <a:pt x="148" y="5"/>
                </a:lnTo>
                <a:lnTo>
                  <a:pt x="148" y="93"/>
                </a:lnTo>
                <a:lnTo>
                  <a:pt x="10" y="93"/>
                </a:lnTo>
                <a:lnTo>
                  <a:pt x="10" y="5"/>
                </a:lnTo>
                <a:close/>
              </a:path>
            </a:pathLst>
          </a:custGeom>
          <a:solidFill>
            <a:srgbClr val="9F9F9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863600" y="3698875"/>
            <a:ext cx="222250" cy="176212"/>
          </a:xfrm>
          <a:custGeom>
            <a:rect b="b" l="l" r="r" t="t"/>
            <a:pathLst>
              <a:path extrusionOk="0" h="88" w="138">
                <a:moveTo>
                  <a:pt x="0" y="0"/>
                </a:moveTo>
                <a:lnTo>
                  <a:pt x="138" y="0"/>
                </a:lnTo>
                <a:lnTo>
                  <a:pt x="138" y="88"/>
                </a:lnTo>
                <a:lnTo>
                  <a:pt x="0" y="88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38" y="9"/>
                </a:lnTo>
                <a:lnTo>
                  <a:pt x="138" y="88"/>
                </a:lnTo>
                <a:lnTo>
                  <a:pt x="10" y="88"/>
                </a:lnTo>
                <a:lnTo>
                  <a:pt x="10" y="9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879475" y="3717925"/>
            <a:ext cx="206375" cy="157162"/>
          </a:xfrm>
          <a:custGeom>
            <a:rect b="b" l="l" r="r" t="t"/>
            <a:pathLst>
              <a:path extrusionOk="0" h="79" w="128">
                <a:moveTo>
                  <a:pt x="0" y="0"/>
                </a:moveTo>
                <a:lnTo>
                  <a:pt x="128" y="0"/>
                </a:lnTo>
                <a:lnTo>
                  <a:pt x="128" y="79"/>
                </a:lnTo>
                <a:lnTo>
                  <a:pt x="0" y="79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128" y="4"/>
                </a:lnTo>
                <a:lnTo>
                  <a:pt x="128" y="79"/>
                </a:lnTo>
                <a:lnTo>
                  <a:pt x="10" y="79"/>
                </a:lnTo>
                <a:lnTo>
                  <a:pt x="10" y="4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895350" y="3725862"/>
            <a:ext cx="190500" cy="149225"/>
          </a:xfrm>
          <a:custGeom>
            <a:rect b="b" l="l" r="r" t="t"/>
            <a:pathLst>
              <a:path extrusionOk="0" h="75" w="118">
                <a:moveTo>
                  <a:pt x="0" y="0"/>
                </a:moveTo>
                <a:lnTo>
                  <a:pt x="118" y="0"/>
                </a:lnTo>
                <a:lnTo>
                  <a:pt x="118" y="75"/>
                </a:lnTo>
                <a:lnTo>
                  <a:pt x="0" y="7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18" y="9"/>
                </a:lnTo>
                <a:lnTo>
                  <a:pt x="118" y="75"/>
                </a:lnTo>
                <a:lnTo>
                  <a:pt x="10" y="75"/>
                </a:lnTo>
                <a:lnTo>
                  <a:pt x="10" y="9"/>
                </a:lnTo>
                <a:close/>
              </a:path>
            </a:pathLst>
          </a:custGeom>
          <a:solidFill>
            <a:srgbClr val="B0B0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912813" y="3743325"/>
            <a:ext cx="173037" cy="131762"/>
          </a:xfrm>
          <a:custGeom>
            <a:rect b="b" l="l" r="r" t="t"/>
            <a:pathLst>
              <a:path extrusionOk="0" h="66" w="108">
                <a:moveTo>
                  <a:pt x="0" y="0"/>
                </a:moveTo>
                <a:lnTo>
                  <a:pt x="108" y="0"/>
                </a:lnTo>
                <a:lnTo>
                  <a:pt x="108" y="66"/>
                </a:lnTo>
                <a:lnTo>
                  <a:pt x="0" y="66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108" y="4"/>
                </a:lnTo>
                <a:lnTo>
                  <a:pt x="108" y="66"/>
                </a:lnTo>
                <a:lnTo>
                  <a:pt x="11" y="66"/>
                </a:lnTo>
                <a:lnTo>
                  <a:pt x="11" y="4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930275" y="3751262"/>
            <a:ext cx="155575" cy="123825"/>
          </a:xfrm>
          <a:custGeom>
            <a:rect b="b" l="l" r="r" t="t"/>
            <a:pathLst>
              <a:path extrusionOk="0" h="62" w="97">
                <a:moveTo>
                  <a:pt x="0" y="0"/>
                </a:moveTo>
                <a:lnTo>
                  <a:pt x="97" y="0"/>
                </a:lnTo>
                <a:lnTo>
                  <a:pt x="97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97" y="9"/>
                </a:lnTo>
                <a:lnTo>
                  <a:pt x="97" y="62"/>
                </a:lnTo>
                <a:lnTo>
                  <a:pt x="10" y="62"/>
                </a:lnTo>
                <a:lnTo>
                  <a:pt x="10" y="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946150" y="3768725"/>
            <a:ext cx="139700" cy="106362"/>
          </a:xfrm>
          <a:custGeom>
            <a:rect b="b" l="l" r="r" t="t"/>
            <a:pathLst>
              <a:path extrusionOk="0" h="53" w="87">
                <a:moveTo>
                  <a:pt x="0" y="0"/>
                </a:moveTo>
                <a:lnTo>
                  <a:pt x="87" y="0"/>
                </a:lnTo>
                <a:lnTo>
                  <a:pt x="87" y="53"/>
                </a:lnTo>
                <a:lnTo>
                  <a:pt x="0" y="53"/>
                </a:lnTo>
                <a:lnTo>
                  <a:pt x="0" y="0"/>
                </a:lnTo>
                <a:close/>
                <a:moveTo>
                  <a:pt x="15" y="5"/>
                </a:moveTo>
                <a:lnTo>
                  <a:pt x="87" y="5"/>
                </a:lnTo>
                <a:lnTo>
                  <a:pt x="87" y="53"/>
                </a:lnTo>
                <a:lnTo>
                  <a:pt x="15" y="53"/>
                </a:lnTo>
                <a:lnTo>
                  <a:pt x="15" y="5"/>
                </a:lnTo>
                <a:close/>
              </a:path>
            </a:pathLst>
          </a:custGeom>
          <a:solidFill>
            <a:srgbClr val="C8C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969963" y="3779837"/>
            <a:ext cx="115887" cy="95250"/>
          </a:xfrm>
          <a:custGeom>
            <a:rect b="b" l="l" r="r" t="t"/>
            <a:pathLst>
              <a:path extrusionOk="0" h="48" w="72">
                <a:moveTo>
                  <a:pt x="0" y="0"/>
                </a:moveTo>
                <a:lnTo>
                  <a:pt x="72" y="0"/>
                </a:lnTo>
                <a:lnTo>
                  <a:pt x="72" y="48"/>
                </a:lnTo>
                <a:lnTo>
                  <a:pt x="0" y="48"/>
                </a:lnTo>
                <a:lnTo>
                  <a:pt x="0" y="0"/>
                </a:lnTo>
                <a:close/>
                <a:moveTo>
                  <a:pt x="11" y="8"/>
                </a:moveTo>
                <a:lnTo>
                  <a:pt x="72" y="8"/>
                </a:lnTo>
                <a:lnTo>
                  <a:pt x="72" y="48"/>
                </a:lnTo>
                <a:lnTo>
                  <a:pt x="11" y="48"/>
                </a:lnTo>
                <a:lnTo>
                  <a:pt x="11" y="8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987425" y="3795712"/>
            <a:ext cx="98425" cy="79375"/>
          </a:xfrm>
          <a:custGeom>
            <a:rect b="b" l="l" r="r" t="t"/>
            <a:pathLst>
              <a:path extrusionOk="0" h="40" w="61">
                <a:moveTo>
                  <a:pt x="0" y="0"/>
                </a:moveTo>
                <a:lnTo>
                  <a:pt x="61" y="0"/>
                </a:lnTo>
                <a:lnTo>
                  <a:pt x="61" y="40"/>
                </a:lnTo>
                <a:lnTo>
                  <a:pt x="0" y="40"/>
                </a:lnTo>
                <a:lnTo>
                  <a:pt x="0" y="0"/>
                </a:lnTo>
                <a:close/>
                <a:moveTo>
                  <a:pt x="10" y="5"/>
                </a:moveTo>
                <a:lnTo>
                  <a:pt x="61" y="5"/>
                </a:lnTo>
                <a:lnTo>
                  <a:pt x="61" y="40"/>
                </a:lnTo>
                <a:lnTo>
                  <a:pt x="10" y="40"/>
                </a:lnTo>
                <a:lnTo>
                  <a:pt x="10" y="5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1003300" y="3805237"/>
            <a:ext cx="82550" cy="69850"/>
          </a:xfrm>
          <a:custGeom>
            <a:rect b="b" l="l" r="r" t="t"/>
            <a:pathLst>
              <a:path extrusionOk="0" h="35" w="51">
                <a:moveTo>
                  <a:pt x="0" y="0"/>
                </a:moveTo>
                <a:lnTo>
                  <a:pt x="51" y="0"/>
                </a:lnTo>
                <a:lnTo>
                  <a:pt x="51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51" y="9"/>
                </a:lnTo>
                <a:lnTo>
                  <a:pt x="51" y="35"/>
                </a:lnTo>
                <a:lnTo>
                  <a:pt x="10" y="35"/>
                </a:lnTo>
                <a:lnTo>
                  <a:pt x="10" y="9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1019175" y="3822700"/>
            <a:ext cx="66675" cy="52387"/>
          </a:xfrm>
          <a:custGeom>
            <a:rect b="b" l="l" r="r" t="t"/>
            <a:pathLst>
              <a:path extrusionOk="0" h="26" w="41">
                <a:moveTo>
                  <a:pt x="0" y="0"/>
                </a:moveTo>
                <a:lnTo>
                  <a:pt x="41" y="0"/>
                </a:lnTo>
                <a:lnTo>
                  <a:pt x="41" y="26"/>
                </a:lnTo>
                <a:lnTo>
                  <a:pt x="0" y="26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41" y="4"/>
                </a:lnTo>
                <a:lnTo>
                  <a:pt x="41" y="26"/>
                </a:lnTo>
                <a:lnTo>
                  <a:pt x="10" y="26"/>
                </a:lnTo>
                <a:lnTo>
                  <a:pt x="10" y="4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1036638" y="3830637"/>
            <a:ext cx="49212" cy="44450"/>
          </a:xfrm>
          <a:custGeom>
            <a:rect b="b" l="l" r="r" t="t"/>
            <a:pathLst>
              <a:path extrusionOk="0" h="22" w="31">
                <a:moveTo>
                  <a:pt x="0" y="0"/>
                </a:moveTo>
                <a:lnTo>
                  <a:pt x="31" y="0"/>
                </a:lnTo>
                <a:lnTo>
                  <a:pt x="31" y="22"/>
                </a:lnTo>
                <a:lnTo>
                  <a:pt x="0" y="2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31" y="9"/>
                </a:lnTo>
                <a:lnTo>
                  <a:pt x="31" y="22"/>
                </a:lnTo>
                <a:lnTo>
                  <a:pt x="10" y="22"/>
                </a:lnTo>
                <a:lnTo>
                  <a:pt x="10" y="9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1052513" y="3849687"/>
            <a:ext cx="33337" cy="25400"/>
          </a:xfrm>
          <a:custGeom>
            <a:rect b="b" l="l" r="r" t="t"/>
            <a:pathLst>
              <a:path extrusionOk="0" h="13" w="21">
                <a:moveTo>
                  <a:pt x="0" y="0"/>
                </a:moveTo>
                <a:lnTo>
                  <a:pt x="21" y="0"/>
                </a:lnTo>
                <a:lnTo>
                  <a:pt x="2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21" y="4"/>
                </a:lnTo>
                <a:lnTo>
                  <a:pt x="21" y="13"/>
                </a:lnTo>
                <a:lnTo>
                  <a:pt x="11" y="13"/>
                </a:lnTo>
                <a:lnTo>
                  <a:pt x="11" y="4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1069975" y="3857625"/>
            <a:ext cx="15875" cy="17462"/>
          </a:xfrm>
          <a:custGeom>
            <a:rect b="b" l="l" r="r" t="t"/>
            <a:pathLst>
              <a:path extrusionOk="0" h="9" w="10">
                <a:moveTo>
                  <a:pt x="0" y="0"/>
                </a:moveTo>
                <a:lnTo>
                  <a:pt x="10" y="0"/>
                </a:lnTo>
                <a:lnTo>
                  <a:pt x="1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1085850" y="3875087"/>
            <a:ext cx="1588" cy="15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7"/>
          <p:cNvCxnSpPr/>
          <p:nvPr/>
        </p:nvCxnSpPr>
        <p:spPr>
          <a:xfrm>
            <a:off x="887413" y="3903662"/>
            <a:ext cx="1587" cy="15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7"/>
          <p:cNvCxnSpPr/>
          <p:nvPr/>
        </p:nvCxnSpPr>
        <p:spPr>
          <a:xfrm>
            <a:off x="847725" y="3903662"/>
            <a:ext cx="1588" cy="15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7"/>
          <p:cNvCxnSpPr/>
          <p:nvPr/>
        </p:nvCxnSpPr>
        <p:spPr>
          <a:xfrm>
            <a:off x="806450" y="3903662"/>
            <a:ext cx="303213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7"/>
          <p:cNvSpPr/>
          <p:nvPr/>
        </p:nvSpPr>
        <p:spPr>
          <a:xfrm>
            <a:off x="1036638" y="3965575"/>
            <a:ext cx="41275" cy="15875"/>
          </a:xfrm>
          <a:custGeom>
            <a:rect b="b" l="l" r="r" t="t"/>
            <a:pathLst>
              <a:path extrusionOk="0" h="8" w="26">
                <a:moveTo>
                  <a:pt x="0" y="0"/>
                </a:moveTo>
                <a:lnTo>
                  <a:pt x="26" y="0"/>
                </a:lnTo>
                <a:lnTo>
                  <a:pt x="26" y="8"/>
                </a:lnTo>
                <a:lnTo>
                  <a:pt x="0" y="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6" y="0"/>
                </a:lnTo>
                <a:lnTo>
                  <a:pt x="2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1036638" y="3965575"/>
            <a:ext cx="41275" cy="158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1036638" y="3965575"/>
            <a:ext cx="41275" cy="15875"/>
          </a:xfrm>
          <a:custGeom>
            <a:rect b="b" l="l" r="r" t="t"/>
            <a:pathLst>
              <a:path extrusionOk="0" h="8" w="26">
                <a:moveTo>
                  <a:pt x="0" y="0"/>
                </a:moveTo>
                <a:lnTo>
                  <a:pt x="26" y="0"/>
                </a:lnTo>
                <a:lnTo>
                  <a:pt x="26" y="8"/>
                </a:lnTo>
                <a:lnTo>
                  <a:pt x="0" y="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6" y="0"/>
                </a:lnTo>
                <a:lnTo>
                  <a:pt x="2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7"/>
          <p:cNvCxnSpPr/>
          <p:nvPr/>
        </p:nvCxnSpPr>
        <p:spPr>
          <a:xfrm>
            <a:off x="1003300" y="3973512"/>
            <a:ext cx="90488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7"/>
          <p:cNvSpPr/>
          <p:nvPr/>
        </p:nvSpPr>
        <p:spPr>
          <a:xfrm>
            <a:off x="763588" y="3954462"/>
            <a:ext cx="50800" cy="26988"/>
          </a:xfrm>
          <a:custGeom>
            <a:rect b="b" l="l" r="r" t="t"/>
            <a:pathLst>
              <a:path extrusionOk="0" h="13" w="31">
                <a:moveTo>
                  <a:pt x="0" y="0"/>
                </a:moveTo>
                <a:lnTo>
                  <a:pt x="31" y="0"/>
                </a:lnTo>
                <a:lnTo>
                  <a:pt x="3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6" y="0"/>
                </a:moveTo>
                <a:lnTo>
                  <a:pt x="16" y="0"/>
                </a:lnTo>
                <a:lnTo>
                  <a:pt x="16" y="13"/>
                </a:lnTo>
                <a:lnTo>
                  <a:pt x="16" y="13"/>
                </a:lnTo>
                <a:lnTo>
                  <a:pt x="1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763588" y="3954462"/>
            <a:ext cx="50800" cy="269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763588" y="3954462"/>
            <a:ext cx="50800" cy="26988"/>
          </a:xfrm>
          <a:custGeom>
            <a:rect b="b" l="l" r="r" t="t"/>
            <a:pathLst>
              <a:path extrusionOk="0" h="13" w="31">
                <a:moveTo>
                  <a:pt x="0" y="0"/>
                </a:moveTo>
                <a:lnTo>
                  <a:pt x="31" y="0"/>
                </a:lnTo>
                <a:lnTo>
                  <a:pt x="3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6" y="0"/>
                </a:moveTo>
                <a:lnTo>
                  <a:pt x="16" y="0"/>
                </a:lnTo>
                <a:lnTo>
                  <a:pt x="16" y="13"/>
                </a:lnTo>
                <a:lnTo>
                  <a:pt x="16" y="13"/>
                </a:lnTo>
                <a:lnTo>
                  <a:pt x="1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747713" y="3594100"/>
            <a:ext cx="469900" cy="492125"/>
          </a:xfrm>
          <a:custGeom>
            <a:rect b="b" l="l" r="r" t="t"/>
            <a:pathLst>
              <a:path extrusionOk="0" h="247" w="292">
                <a:moveTo>
                  <a:pt x="0" y="247"/>
                </a:moveTo>
                <a:lnTo>
                  <a:pt x="0" y="172"/>
                </a:lnTo>
                <a:lnTo>
                  <a:pt x="31" y="146"/>
                </a:lnTo>
                <a:lnTo>
                  <a:pt x="36" y="146"/>
                </a:lnTo>
                <a:lnTo>
                  <a:pt x="36" y="26"/>
                </a:lnTo>
                <a:lnTo>
                  <a:pt x="67" y="0"/>
                </a:lnTo>
                <a:lnTo>
                  <a:pt x="261" y="0"/>
                </a:lnTo>
                <a:lnTo>
                  <a:pt x="261" y="84"/>
                </a:lnTo>
                <a:lnTo>
                  <a:pt x="251" y="101"/>
                </a:lnTo>
                <a:lnTo>
                  <a:pt x="251" y="141"/>
                </a:lnTo>
                <a:lnTo>
                  <a:pt x="246" y="146"/>
                </a:lnTo>
                <a:lnTo>
                  <a:pt x="292" y="146"/>
                </a:lnTo>
                <a:lnTo>
                  <a:pt x="292" y="221"/>
                </a:lnTo>
                <a:lnTo>
                  <a:pt x="261" y="247"/>
                </a:lnTo>
                <a:lnTo>
                  <a:pt x="0" y="247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755650" y="4141787"/>
            <a:ext cx="33655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1312863" y="3663950"/>
            <a:ext cx="1906587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address:   10.0.1.2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1308100" y="3867150"/>
            <a:ext cx="2322513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public address:    128.143.71.21</a:t>
            </a:r>
            <a:endParaRPr b="1" sz="3200">
              <a:solidFill>
                <a:srgbClr val="00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8850313" y="3884612"/>
            <a:ext cx="66675" cy="26988"/>
          </a:xfrm>
          <a:custGeom>
            <a:rect b="b" l="l" r="r" t="t"/>
            <a:pathLst>
              <a:path extrusionOk="0" h="13" w="41">
                <a:moveTo>
                  <a:pt x="25" y="13"/>
                </a:moveTo>
                <a:lnTo>
                  <a:pt x="41" y="0"/>
                </a:lnTo>
                <a:lnTo>
                  <a:pt x="0" y="0"/>
                </a:lnTo>
                <a:lnTo>
                  <a:pt x="25" y="13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8501063" y="3900487"/>
            <a:ext cx="106362" cy="44450"/>
          </a:xfrm>
          <a:custGeom>
            <a:rect b="b" l="l" r="r" t="t"/>
            <a:pathLst>
              <a:path extrusionOk="0" h="26" w="67">
                <a:moveTo>
                  <a:pt x="67" y="26"/>
                </a:moveTo>
                <a:lnTo>
                  <a:pt x="31" y="0"/>
                </a:lnTo>
                <a:lnTo>
                  <a:pt x="0" y="26"/>
                </a:lnTo>
                <a:lnTo>
                  <a:pt x="67" y="26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8558213" y="3900487"/>
            <a:ext cx="388937" cy="44450"/>
          </a:xfrm>
          <a:custGeom>
            <a:rect b="b" l="l" r="r" t="t"/>
            <a:pathLst>
              <a:path extrusionOk="0" h="26" w="245">
                <a:moveTo>
                  <a:pt x="245" y="9"/>
                </a:moveTo>
                <a:lnTo>
                  <a:pt x="220" y="0"/>
                </a:lnTo>
                <a:lnTo>
                  <a:pt x="31" y="0"/>
                </a:lnTo>
                <a:lnTo>
                  <a:pt x="0" y="13"/>
                </a:lnTo>
                <a:lnTo>
                  <a:pt x="31" y="26"/>
                </a:lnTo>
                <a:lnTo>
                  <a:pt x="225" y="26"/>
                </a:lnTo>
                <a:lnTo>
                  <a:pt x="245" y="9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8615363" y="3929062"/>
            <a:ext cx="234950" cy="15875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6" y="5"/>
                </a:lnTo>
                <a:lnTo>
                  <a:pt x="102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48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615363" y="3929062"/>
            <a:ext cx="234950" cy="15875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6" y="5"/>
                </a:lnTo>
                <a:lnTo>
                  <a:pt x="102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33" y="0"/>
                </a:lnTo>
                <a:lnTo>
                  <a:pt x="128" y="0"/>
                </a:lnTo>
                <a:lnTo>
                  <a:pt x="112" y="5"/>
                </a:lnTo>
                <a:lnTo>
                  <a:pt x="92" y="5"/>
                </a:lnTo>
                <a:lnTo>
                  <a:pt x="66" y="5"/>
                </a:lnTo>
                <a:lnTo>
                  <a:pt x="35" y="5"/>
                </a:lnTo>
                <a:lnTo>
                  <a:pt x="0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8615363" y="3929062"/>
            <a:ext cx="211137" cy="15875"/>
          </a:xfrm>
          <a:custGeom>
            <a:rect b="b" l="l" r="r" t="t"/>
            <a:pathLst>
              <a:path extrusionOk="0" h="9" w="133">
                <a:moveTo>
                  <a:pt x="0" y="9"/>
                </a:moveTo>
                <a:lnTo>
                  <a:pt x="35" y="5"/>
                </a:lnTo>
                <a:lnTo>
                  <a:pt x="66" y="5"/>
                </a:lnTo>
                <a:lnTo>
                  <a:pt x="92" y="5"/>
                </a:lnTo>
                <a:lnTo>
                  <a:pt x="112" y="5"/>
                </a:lnTo>
                <a:lnTo>
                  <a:pt x="128" y="0"/>
                </a:lnTo>
                <a:lnTo>
                  <a:pt x="133" y="0"/>
                </a:lnTo>
                <a:lnTo>
                  <a:pt x="112" y="0"/>
                </a:lnTo>
                <a:lnTo>
                  <a:pt x="112" y="0"/>
                </a:lnTo>
                <a:lnTo>
                  <a:pt x="102" y="5"/>
                </a:lnTo>
                <a:lnTo>
                  <a:pt x="82" y="5"/>
                </a:lnTo>
                <a:lnTo>
                  <a:pt x="56" y="5"/>
                </a:lnTo>
                <a:lnTo>
                  <a:pt x="30" y="5"/>
                </a:lnTo>
                <a:lnTo>
                  <a:pt x="0" y="5"/>
                </a:lnTo>
                <a:lnTo>
                  <a:pt x="0" y="9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8615363" y="3929062"/>
            <a:ext cx="177800" cy="7938"/>
          </a:xfrm>
          <a:custGeom>
            <a:rect b="b" l="l" r="r" t="t"/>
            <a:pathLst>
              <a:path extrusionOk="0" h="5" w="112">
                <a:moveTo>
                  <a:pt x="0" y="5"/>
                </a:moveTo>
                <a:lnTo>
                  <a:pt x="30" y="5"/>
                </a:lnTo>
                <a:lnTo>
                  <a:pt x="56" y="5"/>
                </a:lnTo>
                <a:lnTo>
                  <a:pt x="82" y="5"/>
                </a:lnTo>
                <a:lnTo>
                  <a:pt x="102" y="5"/>
                </a:lnTo>
                <a:lnTo>
                  <a:pt x="112" y="0"/>
                </a:lnTo>
                <a:lnTo>
                  <a:pt x="112" y="0"/>
                </a:lnTo>
                <a:lnTo>
                  <a:pt x="97" y="0"/>
                </a:lnTo>
                <a:lnTo>
                  <a:pt x="92" y="0"/>
                </a:lnTo>
                <a:lnTo>
                  <a:pt x="82" y="5"/>
                </a:lnTo>
                <a:lnTo>
                  <a:pt x="61" y="5"/>
                </a:lnTo>
                <a:lnTo>
                  <a:pt x="30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8615363" y="3929062"/>
            <a:ext cx="153987" cy="7938"/>
          </a:xfrm>
          <a:custGeom>
            <a:rect b="b" l="l" r="r" t="t"/>
            <a:pathLst>
              <a:path extrusionOk="0" h="5" w="97">
                <a:moveTo>
                  <a:pt x="0" y="5"/>
                </a:moveTo>
                <a:lnTo>
                  <a:pt x="30" y="5"/>
                </a:lnTo>
                <a:lnTo>
                  <a:pt x="61" y="5"/>
                </a:lnTo>
                <a:lnTo>
                  <a:pt x="82" y="5"/>
                </a:lnTo>
                <a:lnTo>
                  <a:pt x="92" y="0"/>
                </a:lnTo>
                <a:lnTo>
                  <a:pt x="97" y="0"/>
                </a:lnTo>
                <a:lnTo>
                  <a:pt x="82" y="0"/>
                </a:lnTo>
                <a:lnTo>
                  <a:pt x="76" y="0"/>
                </a:lnTo>
                <a:lnTo>
                  <a:pt x="66" y="0"/>
                </a:lnTo>
                <a:lnTo>
                  <a:pt x="51" y="5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8615363" y="3929062"/>
            <a:ext cx="130175" cy="7938"/>
          </a:xfrm>
          <a:custGeom>
            <a:rect b="b" l="l" r="r" t="t"/>
            <a:pathLst>
              <a:path extrusionOk="0" h="5" w="82">
                <a:moveTo>
                  <a:pt x="0" y="5"/>
                </a:moveTo>
                <a:lnTo>
                  <a:pt x="25" y="5"/>
                </a:lnTo>
                <a:lnTo>
                  <a:pt x="51" y="5"/>
                </a:lnTo>
                <a:lnTo>
                  <a:pt x="66" y="0"/>
                </a:lnTo>
                <a:lnTo>
                  <a:pt x="76" y="0"/>
                </a:lnTo>
                <a:lnTo>
                  <a:pt x="82" y="0"/>
                </a:lnTo>
                <a:lnTo>
                  <a:pt x="66" y="0"/>
                </a:lnTo>
                <a:lnTo>
                  <a:pt x="61" y="0"/>
                </a:lnTo>
                <a:lnTo>
                  <a:pt x="46" y="0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8615363" y="3929062"/>
            <a:ext cx="104775" cy="7938"/>
          </a:xfrm>
          <a:custGeom>
            <a:rect b="b" l="l" r="r" t="t"/>
            <a:pathLst>
              <a:path extrusionOk="0" h="5" w="66">
                <a:moveTo>
                  <a:pt x="0" y="5"/>
                </a:moveTo>
                <a:lnTo>
                  <a:pt x="25" y="5"/>
                </a:lnTo>
                <a:lnTo>
                  <a:pt x="46" y="0"/>
                </a:lnTo>
                <a:lnTo>
                  <a:pt x="61" y="0"/>
                </a:lnTo>
                <a:lnTo>
                  <a:pt x="66" y="0"/>
                </a:lnTo>
                <a:lnTo>
                  <a:pt x="51" y="0"/>
                </a:lnTo>
                <a:lnTo>
                  <a:pt x="46" y="0"/>
                </a:lnTo>
                <a:lnTo>
                  <a:pt x="35" y="0"/>
                </a:lnTo>
                <a:lnTo>
                  <a:pt x="20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615363" y="3929062"/>
            <a:ext cx="80962" cy="1588"/>
          </a:xfrm>
          <a:custGeom>
            <a:rect b="b" l="l" r="r" t="t"/>
            <a:pathLst>
              <a:path extrusionOk="0" h="120000" w="51">
                <a:moveTo>
                  <a:pt x="0" y="0"/>
                </a:moveTo>
                <a:lnTo>
                  <a:pt x="20" y="0"/>
                </a:lnTo>
                <a:lnTo>
                  <a:pt x="35" y="0"/>
                </a:lnTo>
                <a:lnTo>
                  <a:pt x="46" y="0"/>
                </a:lnTo>
                <a:lnTo>
                  <a:pt x="51" y="0"/>
                </a:lnTo>
                <a:lnTo>
                  <a:pt x="35" y="0"/>
                </a:lnTo>
                <a:lnTo>
                  <a:pt x="30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8615363" y="3929062"/>
            <a:ext cx="55562" cy="1588"/>
          </a:xfrm>
          <a:custGeom>
            <a:rect b="b" l="l" r="r" t="t"/>
            <a:pathLst>
              <a:path extrusionOk="0" h="120000" w="35">
                <a:moveTo>
                  <a:pt x="0" y="0"/>
                </a:moveTo>
                <a:lnTo>
                  <a:pt x="20" y="0"/>
                </a:lnTo>
                <a:lnTo>
                  <a:pt x="30" y="0"/>
                </a:lnTo>
                <a:lnTo>
                  <a:pt x="35" y="0"/>
                </a:lnTo>
                <a:lnTo>
                  <a:pt x="20" y="0"/>
                </a:lnTo>
                <a:lnTo>
                  <a:pt x="1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8615363" y="3929062"/>
            <a:ext cx="31750" cy="1588"/>
          </a:xfrm>
          <a:custGeom>
            <a:rect b="b" l="l" r="r" t="t"/>
            <a:pathLst>
              <a:path extrusionOk="0" h="120000" w="20">
                <a:moveTo>
                  <a:pt x="0" y="0"/>
                </a:moveTo>
                <a:lnTo>
                  <a:pt x="15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8615363" y="3929062"/>
            <a:ext cx="234950" cy="15875"/>
          </a:xfrm>
          <a:custGeom>
            <a:rect b="b" l="l" r="r" t="t"/>
            <a:pathLst>
              <a:path extrusionOk="0" h="9" w="148">
                <a:moveTo>
                  <a:pt x="148" y="0"/>
                </a:moveTo>
                <a:lnTo>
                  <a:pt x="0" y="0"/>
                </a:lnTo>
                <a:lnTo>
                  <a:pt x="10" y="5"/>
                </a:lnTo>
                <a:lnTo>
                  <a:pt x="35" y="5"/>
                </a:lnTo>
                <a:lnTo>
                  <a:pt x="71" y="9"/>
                </a:lnTo>
                <a:lnTo>
                  <a:pt x="112" y="5"/>
                </a:lnTo>
                <a:lnTo>
                  <a:pt x="138" y="5"/>
                </a:lnTo>
                <a:lnTo>
                  <a:pt x="148" y="0"/>
                </a:lnTo>
                <a:lnTo>
                  <a:pt x="14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615363" y="3929062"/>
            <a:ext cx="234950" cy="15875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6" y="5"/>
                </a:lnTo>
                <a:lnTo>
                  <a:pt x="102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48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8615363" y="3929062"/>
            <a:ext cx="234950" cy="15875"/>
          </a:xfrm>
          <a:custGeom>
            <a:rect b="b" l="l" r="r" t="t"/>
            <a:pathLst>
              <a:path extrusionOk="0" h="9" w="148">
                <a:moveTo>
                  <a:pt x="0" y="9"/>
                </a:moveTo>
                <a:lnTo>
                  <a:pt x="41" y="9"/>
                </a:lnTo>
                <a:lnTo>
                  <a:pt x="76" y="5"/>
                </a:lnTo>
                <a:lnTo>
                  <a:pt x="102" y="5"/>
                </a:lnTo>
                <a:lnTo>
                  <a:pt x="128" y="5"/>
                </a:lnTo>
                <a:lnTo>
                  <a:pt x="143" y="0"/>
                </a:lnTo>
                <a:lnTo>
                  <a:pt x="148" y="0"/>
                </a:lnTo>
                <a:lnTo>
                  <a:pt x="133" y="0"/>
                </a:lnTo>
                <a:lnTo>
                  <a:pt x="128" y="0"/>
                </a:lnTo>
                <a:lnTo>
                  <a:pt x="112" y="5"/>
                </a:lnTo>
                <a:lnTo>
                  <a:pt x="92" y="5"/>
                </a:lnTo>
                <a:lnTo>
                  <a:pt x="66" y="5"/>
                </a:lnTo>
                <a:lnTo>
                  <a:pt x="35" y="5"/>
                </a:lnTo>
                <a:lnTo>
                  <a:pt x="0" y="9"/>
                </a:lnTo>
                <a:lnTo>
                  <a:pt x="0" y="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8615363" y="3929062"/>
            <a:ext cx="211137" cy="15875"/>
          </a:xfrm>
          <a:custGeom>
            <a:rect b="b" l="l" r="r" t="t"/>
            <a:pathLst>
              <a:path extrusionOk="0" h="9" w="133">
                <a:moveTo>
                  <a:pt x="0" y="9"/>
                </a:moveTo>
                <a:lnTo>
                  <a:pt x="35" y="5"/>
                </a:lnTo>
                <a:lnTo>
                  <a:pt x="66" y="5"/>
                </a:lnTo>
                <a:lnTo>
                  <a:pt x="92" y="5"/>
                </a:lnTo>
                <a:lnTo>
                  <a:pt x="112" y="5"/>
                </a:lnTo>
                <a:lnTo>
                  <a:pt x="128" y="0"/>
                </a:lnTo>
                <a:lnTo>
                  <a:pt x="133" y="0"/>
                </a:lnTo>
                <a:lnTo>
                  <a:pt x="112" y="0"/>
                </a:lnTo>
                <a:lnTo>
                  <a:pt x="112" y="0"/>
                </a:lnTo>
                <a:lnTo>
                  <a:pt x="102" y="5"/>
                </a:lnTo>
                <a:lnTo>
                  <a:pt x="82" y="5"/>
                </a:lnTo>
                <a:lnTo>
                  <a:pt x="56" y="5"/>
                </a:lnTo>
                <a:lnTo>
                  <a:pt x="30" y="5"/>
                </a:lnTo>
                <a:lnTo>
                  <a:pt x="0" y="5"/>
                </a:lnTo>
                <a:lnTo>
                  <a:pt x="0" y="9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8615363" y="3929062"/>
            <a:ext cx="177800" cy="7938"/>
          </a:xfrm>
          <a:custGeom>
            <a:rect b="b" l="l" r="r" t="t"/>
            <a:pathLst>
              <a:path extrusionOk="0" h="5" w="112">
                <a:moveTo>
                  <a:pt x="0" y="5"/>
                </a:moveTo>
                <a:lnTo>
                  <a:pt x="30" y="5"/>
                </a:lnTo>
                <a:lnTo>
                  <a:pt x="56" y="5"/>
                </a:lnTo>
                <a:lnTo>
                  <a:pt x="82" y="5"/>
                </a:lnTo>
                <a:lnTo>
                  <a:pt x="102" y="5"/>
                </a:lnTo>
                <a:lnTo>
                  <a:pt x="112" y="0"/>
                </a:lnTo>
                <a:lnTo>
                  <a:pt x="112" y="0"/>
                </a:lnTo>
                <a:lnTo>
                  <a:pt x="97" y="0"/>
                </a:lnTo>
                <a:lnTo>
                  <a:pt x="92" y="0"/>
                </a:lnTo>
                <a:lnTo>
                  <a:pt x="82" y="5"/>
                </a:lnTo>
                <a:lnTo>
                  <a:pt x="61" y="5"/>
                </a:lnTo>
                <a:lnTo>
                  <a:pt x="30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8615363" y="3929062"/>
            <a:ext cx="153987" cy="7938"/>
          </a:xfrm>
          <a:custGeom>
            <a:rect b="b" l="l" r="r" t="t"/>
            <a:pathLst>
              <a:path extrusionOk="0" h="5" w="97">
                <a:moveTo>
                  <a:pt x="0" y="5"/>
                </a:moveTo>
                <a:lnTo>
                  <a:pt x="30" y="5"/>
                </a:lnTo>
                <a:lnTo>
                  <a:pt x="61" y="5"/>
                </a:lnTo>
                <a:lnTo>
                  <a:pt x="82" y="5"/>
                </a:lnTo>
                <a:lnTo>
                  <a:pt x="92" y="0"/>
                </a:lnTo>
                <a:lnTo>
                  <a:pt x="97" y="0"/>
                </a:lnTo>
                <a:lnTo>
                  <a:pt x="82" y="0"/>
                </a:lnTo>
                <a:lnTo>
                  <a:pt x="76" y="0"/>
                </a:lnTo>
                <a:lnTo>
                  <a:pt x="66" y="0"/>
                </a:lnTo>
                <a:lnTo>
                  <a:pt x="51" y="5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8615363" y="3929062"/>
            <a:ext cx="130175" cy="7938"/>
          </a:xfrm>
          <a:custGeom>
            <a:rect b="b" l="l" r="r" t="t"/>
            <a:pathLst>
              <a:path extrusionOk="0" h="5" w="82">
                <a:moveTo>
                  <a:pt x="0" y="5"/>
                </a:moveTo>
                <a:lnTo>
                  <a:pt x="25" y="5"/>
                </a:lnTo>
                <a:lnTo>
                  <a:pt x="51" y="5"/>
                </a:lnTo>
                <a:lnTo>
                  <a:pt x="66" y="0"/>
                </a:lnTo>
                <a:lnTo>
                  <a:pt x="76" y="0"/>
                </a:lnTo>
                <a:lnTo>
                  <a:pt x="82" y="0"/>
                </a:lnTo>
                <a:lnTo>
                  <a:pt x="66" y="0"/>
                </a:lnTo>
                <a:lnTo>
                  <a:pt x="61" y="0"/>
                </a:lnTo>
                <a:lnTo>
                  <a:pt x="46" y="0"/>
                </a:lnTo>
                <a:lnTo>
                  <a:pt x="25" y="5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8615363" y="3929062"/>
            <a:ext cx="104775" cy="7938"/>
          </a:xfrm>
          <a:custGeom>
            <a:rect b="b" l="l" r="r" t="t"/>
            <a:pathLst>
              <a:path extrusionOk="0" h="5" w="66">
                <a:moveTo>
                  <a:pt x="0" y="5"/>
                </a:moveTo>
                <a:lnTo>
                  <a:pt x="25" y="5"/>
                </a:lnTo>
                <a:lnTo>
                  <a:pt x="46" y="0"/>
                </a:lnTo>
                <a:lnTo>
                  <a:pt x="61" y="0"/>
                </a:lnTo>
                <a:lnTo>
                  <a:pt x="66" y="0"/>
                </a:lnTo>
                <a:lnTo>
                  <a:pt x="51" y="0"/>
                </a:lnTo>
                <a:lnTo>
                  <a:pt x="46" y="0"/>
                </a:lnTo>
                <a:lnTo>
                  <a:pt x="35" y="0"/>
                </a:lnTo>
                <a:lnTo>
                  <a:pt x="20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8615363" y="3929062"/>
            <a:ext cx="80962" cy="1588"/>
          </a:xfrm>
          <a:custGeom>
            <a:rect b="b" l="l" r="r" t="t"/>
            <a:pathLst>
              <a:path extrusionOk="0" h="120000" w="51">
                <a:moveTo>
                  <a:pt x="0" y="0"/>
                </a:moveTo>
                <a:lnTo>
                  <a:pt x="20" y="0"/>
                </a:lnTo>
                <a:lnTo>
                  <a:pt x="35" y="0"/>
                </a:lnTo>
                <a:lnTo>
                  <a:pt x="46" y="0"/>
                </a:lnTo>
                <a:lnTo>
                  <a:pt x="51" y="0"/>
                </a:lnTo>
                <a:lnTo>
                  <a:pt x="35" y="0"/>
                </a:lnTo>
                <a:lnTo>
                  <a:pt x="30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8615363" y="3929062"/>
            <a:ext cx="55562" cy="1588"/>
          </a:xfrm>
          <a:custGeom>
            <a:rect b="b" l="l" r="r" t="t"/>
            <a:pathLst>
              <a:path extrusionOk="0" h="120000" w="35">
                <a:moveTo>
                  <a:pt x="0" y="0"/>
                </a:moveTo>
                <a:lnTo>
                  <a:pt x="20" y="0"/>
                </a:lnTo>
                <a:lnTo>
                  <a:pt x="30" y="0"/>
                </a:lnTo>
                <a:lnTo>
                  <a:pt x="35" y="0"/>
                </a:lnTo>
                <a:lnTo>
                  <a:pt x="20" y="0"/>
                </a:lnTo>
                <a:lnTo>
                  <a:pt x="1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8615363" y="3929062"/>
            <a:ext cx="31750" cy="1588"/>
          </a:xfrm>
          <a:custGeom>
            <a:rect b="b" l="l" r="r" t="t"/>
            <a:pathLst>
              <a:path extrusionOk="0" h="120000" w="20">
                <a:moveTo>
                  <a:pt x="0" y="0"/>
                </a:moveTo>
                <a:lnTo>
                  <a:pt x="15" y="0"/>
                </a:lnTo>
                <a:lnTo>
                  <a:pt x="2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8915400" y="3900487"/>
            <a:ext cx="49213" cy="169863"/>
          </a:xfrm>
          <a:custGeom>
            <a:rect b="b" l="l" r="r" t="t"/>
            <a:pathLst>
              <a:path extrusionOk="0" h="101" w="31">
                <a:moveTo>
                  <a:pt x="0" y="26"/>
                </a:moveTo>
                <a:lnTo>
                  <a:pt x="31" y="0"/>
                </a:lnTo>
                <a:lnTo>
                  <a:pt x="31" y="75"/>
                </a:lnTo>
                <a:lnTo>
                  <a:pt x="0" y="101"/>
                </a:lnTo>
                <a:lnTo>
                  <a:pt x="0" y="26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8501063" y="3944937"/>
            <a:ext cx="414337" cy="10318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8501063" y="3944937"/>
            <a:ext cx="414337" cy="10318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8631238" y="3944937"/>
            <a:ext cx="7937" cy="103188"/>
          </a:xfrm>
          <a:custGeom>
            <a:rect b="b" l="l" r="r" t="t"/>
            <a:pathLst>
              <a:path extrusionOk="0" h="62" w="5">
                <a:moveTo>
                  <a:pt x="5" y="0"/>
                </a:moveTo>
                <a:lnTo>
                  <a:pt x="0" y="31"/>
                </a:lnTo>
                <a:lnTo>
                  <a:pt x="5" y="62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8501063" y="4048125"/>
            <a:ext cx="414337" cy="22225"/>
          </a:xfrm>
          <a:prstGeom prst="rect">
            <a:avLst/>
          </a:prstGeom>
          <a:solidFill>
            <a:srgbClr val="9A9A9A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8818563" y="3975100"/>
            <a:ext cx="15875" cy="635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8647113" y="3968750"/>
            <a:ext cx="73025" cy="6350"/>
          </a:xfrm>
          <a:custGeom>
            <a:rect b="b" l="l" r="r" t="t"/>
            <a:pathLst>
              <a:path extrusionOk="0" h="4" w="46">
                <a:moveTo>
                  <a:pt x="0" y="4"/>
                </a:moveTo>
                <a:lnTo>
                  <a:pt x="15" y="4"/>
                </a:lnTo>
                <a:lnTo>
                  <a:pt x="15" y="0"/>
                </a:lnTo>
                <a:lnTo>
                  <a:pt x="0" y="0"/>
                </a:lnTo>
                <a:lnTo>
                  <a:pt x="0" y="4"/>
                </a:lnTo>
                <a:close/>
                <a:moveTo>
                  <a:pt x="21" y="4"/>
                </a:moveTo>
                <a:lnTo>
                  <a:pt x="26" y="4"/>
                </a:lnTo>
                <a:lnTo>
                  <a:pt x="26" y="0"/>
                </a:lnTo>
                <a:lnTo>
                  <a:pt x="21" y="0"/>
                </a:lnTo>
                <a:lnTo>
                  <a:pt x="21" y="4"/>
                </a:lnTo>
                <a:close/>
                <a:moveTo>
                  <a:pt x="31" y="4"/>
                </a:moveTo>
                <a:lnTo>
                  <a:pt x="46" y="4"/>
                </a:lnTo>
                <a:lnTo>
                  <a:pt x="46" y="0"/>
                </a:lnTo>
                <a:lnTo>
                  <a:pt x="31" y="0"/>
                </a:lnTo>
                <a:lnTo>
                  <a:pt x="31" y="4"/>
                </a:ln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8516938" y="3959225"/>
            <a:ext cx="292100" cy="38100"/>
          </a:xfrm>
          <a:custGeom>
            <a:rect b="b" l="l" r="r" t="t"/>
            <a:pathLst>
              <a:path extrusionOk="0" h="22" w="184">
                <a:moveTo>
                  <a:pt x="0" y="22"/>
                </a:moveTo>
                <a:lnTo>
                  <a:pt x="26" y="22"/>
                </a:lnTo>
                <a:lnTo>
                  <a:pt x="26" y="0"/>
                </a:lnTo>
                <a:lnTo>
                  <a:pt x="0" y="0"/>
                </a:lnTo>
                <a:lnTo>
                  <a:pt x="0" y="22"/>
                </a:lnTo>
                <a:close/>
                <a:moveTo>
                  <a:pt x="164" y="13"/>
                </a:moveTo>
                <a:lnTo>
                  <a:pt x="184" y="13"/>
                </a:lnTo>
                <a:lnTo>
                  <a:pt x="184" y="5"/>
                </a:lnTo>
                <a:lnTo>
                  <a:pt x="164" y="5"/>
                </a:lnTo>
                <a:lnTo>
                  <a:pt x="164" y="13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8509000" y="3952875"/>
            <a:ext cx="398463" cy="111125"/>
          </a:xfrm>
          <a:custGeom>
            <a:rect b="b" l="l" r="r" t="t"/>
            <a:pathLst>
              <a:path extrusionOk="0" h="66" w="251">
                <a:moveTo>
                  <a:pt x="87" y="53"/>
                </a:moveTo>
                <a:lnTo>
                  <a:pt x="251" y="53"/>
                </a:lnTo>
                <a:lnTo>
                  <a:pt x="251" y="0"/>
                </a:lnTo>
                <a:lnTo>
                  <a:pt x="87" y="0"/>
                </a:lnTo>
                <a:lnTo>
                  <a:pt x="82" y="26"/>
                </a:lnTo>
                <a:lnTo>
                  <a:pt x="87" y="53"/>
                </a:lnTo>
                <a:close/>
                <a:moveTo>
                  <a:pt x="149" y="48"/>
                </a:moveTo>
                <a:lnTo>
                  <a:pt x="241" y="48"/>
                </a:lnTo>
                <a:lnTo>
                  <a:pt x="241" y="4"/>
                </a:lnTo>
                <a:lnTo>
                  <a:pt x="149" y="4"/>
                </a:lnTo>
                <a:lnTo>
                  <a:pt x="149" y="48"/>
                </a:lnTo>
                <a:close/>
                <a:moveTo>
                  <a:pt x="230" y="66"/>
                </a:moveTo>
                <a:lnTo>
                  <a:pt x="251" y="66"/>
                </a:lnTo>
                <a:lnTo>
                  <a:pt x="251" y="62"/>
                </a:lnTo>
                <a:lnTo>
                  <a:pt x="230" y="62"/>
                </a:lnTo>
                <a:lnTo>
                  <a:pt x="230" y="66"/>
                </a:lnTo>
                <a:close/>
                <a:moveTo>
                  <a:pt x="21" y="66"/>
                </a:moveTo>
                <a:lnTo>
                  <a:pt x="0" y="66"/>
                </a:lnTo>
                <a:lnTo>
                  <a:pt x="0" y="62"/>
                </a:lnTo>
                <a:lnTo>
                  <a:pt x="21" y="62"/>
                </a:lnTo>
                <a:lnTo>
                  <a:pt x="21" y="66"/>
                </a:lnTo>
                <a:close/>
                <a:moveTo>
                  <a:pt x="87" y="13"/>
                </a:moveTo>
                <a:lnTo>
                  <a:pt x="133" y="13"/>
                </a:lnTo>
                <a:lnTo>
                  <a:pt x="133" y="9"/>
                </a:lnTo>
                <a:lnTo>
                  <a:pt x="87" y="9"/>
                </a:lnTo>
                <a:lnTo>
                  <a:pt x="87" y="13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8639175" y="3952875"/>
            <a:ext cx="268288" cy="88900"/>
          </a:xfrm>
          <a:custGeom>
            <a:rect b="b" l="l" r="r" t="t"/>
            <a:pathLst>
              <a:path extrusionOk="0" h="53" w="169">
                <a:moveTo>
                  <a:pt x="5" y="53"/>
                </a:moveTo>
                <a:lnTo>
                  <a:pt x="169" y="53"/>
                </a:lnTo>
                <a:lnTo>
                  <a:pt x="169" y="0"/>
                </a:lnTo>
                <a:lnTo>
                  <a:pt x="5" y="0"/>
                </a:lnTo>
                <a:lnTo>
                  <a:pt x="0" y="26"/>
                </a:lnTo>
                <a:lnTo>
                  <a:pt x="5" y="53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7"/>
          <p:cNvCxnSpPr/>
          <p:nvPr/>
        </p:nvCxnSpPr>
        <p:spPr>
          <a:xfrm>
            <a:off x="8720138" y="3952875"/>
            <a:ext cx="1587" cy="8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7"/>
          <p:cNvCxnSpPr/>
          <p:nvPr/>
        </p:nvCxnSpPr>
        <p:spPr>
          <a:xfrm flipH="1">
            <a:off x="8639175" y="3981450"/>
            <a:ext cx="80963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7"/>
          <p:cNvCxnSpPr/>
          <p:nvPr/>
        </p:nvCxnSpPr>
        <p:spPr>
          <a:xfrm flipH="1">
            <a:off x="8639175" y="4011612"/>
            <a:ext cx="80963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7"/>
          <p:cNvSpPr/>
          <p:nvPr/>
        </p:nvSpPr>
        <p:spPr>
          <a:xfrm>
            <a:off x="8745538" y="3959225"/>
            <a:ext cx="146050" cy="7461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7"/>
          <p:cNvCxnSpPr/>
          <p:nvPr/>
        </p:nvCxnSpPr>
        <p:spPr>
          <a:xfrm>
            <a:off x="8842375" y="3959225"/>
            <a:ext cx="1588" cy="30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7"/>
          <p:cNvCxnSpPr/>
          <p:nvPr/>
        </p:nvCxnSpPr>
        <p:spPr>
          <a:xfrm>
            <a:off x="8745538" y="3989387"/>
            <a:ext cx="14605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7"/>
          <p:cNvSpPr/>
          <p:nvPr/>
        </p:nvSpPr>
        <p:spPr>
          <a:xfrm>
            <a:off x="8874125" y="4057650"/>
            <a:ext cx="33338" cy="6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8509000" y="4057650"/>
            <a:ext cx="33338" cy="6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8647113" y="3968750"/>
            <a:ext cx="73025" cy="6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7"/>
          <p:cNvCxnSpPr/>
          <p:nvPr/>
        </p:nvCxnSpPr>
        <p:spPr>
          <a:xfrm flipH="1" rot="10800000">
            <a:off x="8647113" y="3944937"/>
            <a:ext cx="1587" cy="7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7"/>
          <p:cNvCxnSpPr/>
          <p:nvPr/>
        </p:nvCxnSpPr>
        <p:spPr>
          <a:xfrm flipH="1" rot="10800000">
            <a:off x="8647113" y="4041775"/>
            <a:ext cx="1587" cy="63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7"/>
          <p:cNvCxnSpPr/>
          <p:nvPr/>
        </p:nvCxnSpPr>
        <p:spPr>
          <a:xfrm>
            <a:off x="8761413" y="3981450"/>
            <a:ext cx="7937" cy="1587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7"/>
          <p:cNvSpPr/>
          <p:nvPr/>
        </p:nvSpPr>
        <p:spPr>
          <a:xfrm>
            <a:off x="8858250" y="3656012"/>
            <a:ext cx="57150" cy="273050"/>
          </a:xfrm>
          <a:custGeom>
            <a:rect b="b" l="l" r="r" t="t"/>
            <a:pathLst>
              <a:path extrusionOk="0" h="163" w="36">
                <a:moveTo>
                  <a:pt x="0" y="163"/>
                </a:moveTo>
                <a:lnTo>
                  <a:pt x="26" y="141"/>
                </a:lnTo>
                <a:lnTo>
                  <a:pt x="26" y="101"/>
                </a:lnTo>
                <a:lnTo>
                  <a:pt x="36" y="84"/>
                </a:lnTo>
                <a:lnTo>
                  <a:pt x="36" y="0"/>
                </a:lnTo>
                <a:lnTo>
                  <a:pt x="0" y="26"/>
                </a:lnTo>
                <a:lnTo>
                  <a:pt x="0" y="163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8558213" y="3656012"/>
            <a:ext cx="357187" cy="42863"/>
          </a:xfrm>
          <a:custGeom>
            <a:rect b="b" l="l" r="r" t="t"/>
            <a:pathLst>
              <a:path extrusionOk="0" h="26" w="225">
                <a:moveTo>
                  <a:pt x="225" y="0"/>
                </a:moveTo>
                <a:lnTo>
                  <a:pt x="31" y="0"/>
                </a:lnTo>
                <a:lnTo>
                  <a:pt x="0" y="26"/>
                </a:lnTo>
                <a:lnTo>
                  <a:pt x="189" y="26"/>
                </a:lnTo>
                <a:lnTo>
                  <a:pt x="225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8558213" y="3698875"/>
            <a:ext cx="300037" cy="230187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8834438" y="3900487"/>
            <a:ext cx="7937" cy="635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8597900" y="3735387"/>
            <a:ext cx="220663" cy="141288"/>
          </a:xfrm>
          <a:custGeom>
            <a:rect b="b" l="l" r="r" t="t"/>
            <a:pathLst>
              <a:path extrusionOk="0" h="84" w="139">
                <a:moveTo>
                  <a:pt x="0" y="0"/>
                </a:moveTo>
                <a:lnTo>
                  <a:pt x="139" y="0"/>
                </a:lnTo>
                <a:lnTo>
                  <a:pt x="139" y="84"/>
                </a:lnTo>
                <a:lnTo>
                  <a:pt x="0" y="8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28" y="0"/>
                </a:lnTo>
                <a:lnTo>
                  <a:pt x="128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8597900" y="3735387"/>
            <a:ext cx="203200" cy="128588"/>
          </a:xfrm>
          <a:custGeom>
            <a:rect b="b" l="l" r="r" t="t"/>
            <a:pathLst>
              <a:path extrusionOk="0" h="76" w="128">
                <a:moveTo>
                  <a:pt x="0" y="0"/>
                </a:moveTo>
                <a:lnTo>
                  <a:pt x="128" y="0"/>
                </a:lnTo>
                <a:lnTo>
                  <a:pt x="128" y="76"/>
                </a:lnTo>
                <a:lnTo>
                  <a:pt x="0" y="7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18" y="0"/>
                </a:lnTo>
                <a:lnTo>
                  <a:pt x="118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939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8597900" y="3735387"/>
            <a:ext cx="187325" cy="120650"/>
          </a:xfrm>
          <a:custGeom>
            <a:rect b="b" l="l" r="r" t="t"/>
            <a:pathLst>
              <a:path extrusionOk="0" h="71" w="118">
                <a:moveTo>
                  <a:pt x="0" y="0"/>
                </a:moveTo>
                <a:lnTo>
                  <a:pt x="118" y="0"/>
                </a:lnTo>
                <a:lnTo>
                  <a:pt x="118" y="71"/>
                </a:lnTo>
                <a:lnTo>
                  <a:pt x="0" y="7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8" y="0"/>
                </a:lnTo>
                <a:lnTo>
                  <a:pt x="108" y="62"/>
                </a:lnTo>
                <a:lnTo>
                  <a:pt x="0" y="62"/>
                </a:lnTo>
                <a:lnTo>
                  <a:pt x="0" y="0"/>
                </a:lnTo>
                <a:close/>
              </a:path>
            </a:pathLst>
          </a:custGeom>
          <a:solidFill>
            <a:srgbClr val="9C9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8597900" y="3735387"/>
            <a:ext cx="171450" cy="104775"/>
          </a:xfrm>
          <a:custGeom>
            <a:rect b="b" l="l" r="r" t="t"/>
            <a:pathLst>
              <a:path extrusionOk="0" h="62" w="108">
                <a:moveTo>
                  <a:pt x="0" y="0"/>
                </a:moveTo>
                <a:lnTo>
                  <a:pt x="108" y="0"/>
                </a:lnTo>
                <a:lnTo>
                  <a:pt x="108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98" y="0"/>
                </a:lnTo>
                <a:lnTo>
                  <a:pt x="98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A7A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8597900" y="3735387"/>
            <a:ext cx="155575" cy="98425"/>
          </a:xfrm>
          <a:custGeom>
            <a:rect b="b" l="l" r="r" t="t"/>
            <a:pathLst>
              <a:path extrusionOk="0" h="58" w="98">
                <a:moveTo>
                  <a:pt x="0" y="0"/>
                </a:moveTo>
                <a:lnTo>
                  <a:pt x="98" y="0"/>
                </a:lnTo>
                <a:lnTo>
                  <a:pt x="98" y="58"/>
                </a:lnTo>
                <a:lnTo>
                  <a:pt x="0" y="5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</a:path>
            </a:pathLst>
          </a:custGeom>
          <a:solidFill>
            <a:srgbClr val="B3B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8597900" y="3735387"/>
            <a:ext cx="138113" cy="82550"/>
          </a:xfrm>
          <a:custGeom>
            <a:rect b="b" l="l" r="r" t="t"/>
            <a:pathLst>
              <a:path extrusionOk="0" h="49" w="87"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72" y="0"/>
                </a:lnTo>
                <a:lnTo>
                  <a:pt x="72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C0C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8597900" y="3735387"/>
            <a:ext cx="114300" cy="76200"/>
          </a:xfrm>
          <a:custGeom>
            <a:rect b="b" l="l" r="r" t="t"/>
            <a:pathLst>
              <a:path extrusionOk="0" h="45" w="72">
                <a:moveTo>
                  <a:pt x="0" y="0"/>
                </a:moveTo>
                <a:lnTo>
                  <a:pt x="72" y="0"/>
                </a:lnTo>
                <a:lnTo>
                  <a:pt x="72" y="45"/>
                </a:lnTo>
                <a:lnTo>
                  <a:pt x="0" y="4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62" y="0"/>
                </a:lnTo>
                <a:lnTo>
                  <a:pt x="62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CFC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8597900" y="3735387"/>
            <a:ext cx="98425" cy="61913"/>
          </a:xfrm>
          <a:custGeom>
            <a:rect b="b" l="l" r="r" t="t"/>
            <a:pathLst>
              <a:path extrusionOk="0" h="36" w="62">
                <a:moveTo>
                  <a:pt x="0" y="0"/>
                </a:moveTo>
                <a:lnTo>
                  <a:pt x="62" y="0"/>
                </a:lnTo>
                <a:lnTo>
                  <a:pt x="62" y="36"/>
                </a:lnTo>
                <a:lnTo>
                  <a:pt x="0" y="3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52" y="0"/>
                </a:lnTo>
                <a:lnTo>
                  <a:pt x="52" y="31"/>
                </a:lnTo>
                <a:lnTo>
                  <a:pt x="0" y="31"/>
                </a:lnTo>
                <a:lnTo>
                  <a:pt x="0" y="0"/>
                </a:lnTo>
                <a:close/>
              </a:path>
            </a:pathLst>
          </a:custGeom>
          <a:solidFill>
            <a:srgbClr val="DCD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8597900" y="3735387"/>
            <a:ext cx="82550" cy="52388"/>
          </a:xfrm>
          <a:custGeom>
            <a:rect b="b" l="l" r="r" t="t"/>
            <a:pathLst>
              <a:path extrusionOk="0" h="31" w="52">
                <a:moveTo>
                  <a:pt x="0" y="0"/>
                </a:moveTo>
                <a:lnTo>
                  <a:pt x="52" y="0"/>
                </a:lnTo>
                <a:lnTo>
                  <a:pt x="52" y="31"/>
                </a:lnTo>
                <a:lnTo>
                  <a:pt x="0" y="3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41" y="0"/>
                </a:lnTo>
                <a:lnTo>
                  <a:pt x="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7E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8597900" y="3735387"/>
            <a:ext cx="65088" cy="46038"/>
          </a:xfrm>
          <a:custGeom>
            <a:rect b="b" l="l" r="r" t="t"/>
            <a:pathLst>
              <a:path extrusionOk="0" h="27" w="41">
                <a:moveTo>
                  <a:pt x="0" y="0"/>
                </a:moveTo>
                <a:lnTo>
                  <a:pt x="41" y="0"/>
                </a:lnTo>
                <a:lnTo>
                  <a:pt x="41" y="27"/>
                </a:lnTo>
                <a:lnTo>
                  <a:pt x="0" y="27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31" y="0"/>
                </a:lnTo>
                <a:lnTo>
                  <a:pt x="31" y="18"/>
                </a:ln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8597900" y="3735387"/>
            <a:ext cx="49213" cy="30163"/>
          </a:xfrm>
          <a:custGeom>
            <a:rect b="b" l="l" r="r" t="t"/>
            <a:pathLst>
              <a:path extrusionOk="0" h="18" w="31">
                <a:moveTo>
                  <a:pt x="0" y="0"/>
                </a:moveTo>
                <a:lnTo>
                  <a:pt x="31" y="0"/>
                </a:lnTo>
                <a:lnTo>
                  <a:pt x="31" y="18"/>
                </a:lnTo>
                <a:lnTo>
                  <a:pt x="0" y="1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1" y="0"/>
                </a:lnTo>
                <a:lnTo>
                  <a:pt x="2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5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8597900" y="3735387"/>
            <a:ext cx="33338" cy="23813"/>
          </a:xfrm>
          <a:custGeom>
            <a:rect b="b" l="l" r="r" t="t"/>
            <a:pathLst>
              <a:path extrusionOk="0" h="14" w="21">
                <a:moveTo>
                  <a:pt x="0" y="0"/>
                </a:moveTo>
                <a:lnTo>
                  <a:pt x="21" y="0"/>
                </a:lnTo>
                <a:lnTo>
                  <a:pt x="21" y="14"/>
                </a:lnTo>
                <a:lnTo>
                  <a:pt x="0" y="1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1" y="0"/>
                </a:lnTo>
                <a:lnTo>
                  <a:pt x="11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8597900" y="3735387"/>
            <a:ext cx="17463" cy="9525"/>
          </a:xfrm>
          <a:custGeom>
            <a:rect b="b" l="l" r="r" t="t"/>
            <a:pathLst>
              <a:path extrusionOk="0" h="5" w="11">
                <a:moveTo>
                  <a:pt x="0" y="0"/>
                </a:moveTo>
                <a:lnTo>
                  <a:pt x="11" y="0"/>
                </a:lnTo>
                <a:lnTo>
                  <a:pt x="11" y="5"/>
                </a:lnTo>
                <a:lnTo>
                  <a:pt x="0" y="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8597900" y="3735387"/>
            <a:ext cx="1588" cy="3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8597900" y="3735387"/>
            <a:ext cx="220663" cy="141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8597900" y="3735387"/>
            <a:ext cx="220663" cy="141288"/>
          </a:xfrm>
          <a:custGeom>
            <a:rect b="b" l="l" r="r" t="t"/>
            <a:pathLst>
              <a:path extrusionOk="0" h="84" w="139">
                <a:moveTo>
                  <a:pt x="0" y="0"/>
                </a:moveTo>
                <a:lnTo>
                  <a:pt x="139" y="0"/>
                </a:lnTo>
                <a:lnTo>
                  <a:pt x="139" y="84"/>
                </a:lnTo>
                <a:lnTo>
                  <a:pt x="0" y="8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28" y="0"/>
                </a:lnTo>
                <a:lnTo>
                  <a:pt x="128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8597900" y="3735387"/>
            <a:ext cx="203200" cy="128588"/>
          </a:xfrm>
          <a:custGeom>
            <a:rect b="b" l="l" r="r" t="t"/>
            <a:pathLst>
              <a:path extrusionOk="0" h="76" w="128">
                <a:moveTo>
                  <a:pt x="0" y="0"/>
                </a:moveTo>
                <a:lnTo>
                  <a:pt x="128" y="0"/>
                </a:lnTo>
                <a:lnTo>
                  <a:pt x="128" y="76"/>
                </a:lnTo>
                <a:lnTo>
                  <a:pt x="0" y="7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18" y="0"/>
                </a:lnTo>
                <a:lnTo>
                  <a:pt x="118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939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8597900" y="3735387"/>
            <a:ext cx="187325" cy="120650"/>
          </a:xfrm>
          <a:custGeom>
            <a:rect b="b" l="l" r="r" t="t"/>
            <a:pathLst>
              <a:path extrusionOk="0" h="71" w="118">
                <a:moveTo>
                  <a:pt x="0" y="0"/>
                </a:moveTo>
                <a:lnTo>
                  <a:pt x="118" y="0"/>
                </a:lnTo>
                <a:lnTo>
                  <a:pt x="118" y="71"/>
                </a:lnTo>
                <a:lnTo>
                  <a:pt x="0" y="7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8" y="0"/>
                </a:lnTo>
                <a:lnTo>
                  <a:pt x="108" y="62"/>
                </a:lnTo>
                <a:lnTo>
                  <a:pt x="0" y="62"/>
                </a:lnTo>
                <a:lnTo>
                  <a:pt x="0" y="0"/>
                </a:lnTo>
                <a:close/>
              </a:path>
            </a:pathLst>
          </a:custGeom>
          <a:solidFill>
            <a:srgbClr val="9C9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8597900" y="3735387"/>
            <a:ext cx="171450" cy="104775"/>
          </a:xfrm>
          <a:custGeom>
            <a:rect b="b" l="l" r="r" t="t"/>
            <a:pathLst>
              <a:path extrusionOk="0" h="62" w="108">
                <a:moveTo>
                  <a:pt x="0" y="0"/>
                </a:moveTo>
                <a:lnTo>
                  <a:pt x="108" y="0"/>
                </a:lnTo>
                <a:lnTo>
                  <a:pt x="108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98" y="0"/>
                </a:lnTo>
                <a:lnTo>
                  <a:pt x="98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A7A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8597900" y="3735387"/>
            <a:ext cx="155575" cy="98425"/>
          </a:xfrm>
          <a:custGeom>
            <a:rect b="b" l="l" r="r" t="t"/>
            <a:pathLst>
              <a:path extrusionOk="0" h="58" w="98">
                <a:moveTo>
                  <a:pt x="0" y="0"/>
                </a:moveTo>
                <a:lnTo>
                  <a:pt x="98" y="0"/>
                </a:lnTo>
                <a:lnTo>
                  <a:pt x="98" y="58"/>
                </a:lnTo>
                <a:lnTo>
                  <a:pt x="0" y="5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</a:path>
            </a:pathLst>
          </a:custGeom>
          <a:solidFill>
            <a:srgbClr val="B3B3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8597900" y="3735387"/>
            <a:ext cx="138113" cy="82550"/>
          </a:xfrm>
          <a:custGeom>
            <a:rect b="b" l="l" r="r" t="t"/>
            <a:pathLst>
              <a:path extrusionOk="0" h="49" w="87">
                <a:moveTo>
                  <a:pt x="0" y="0"/>
                </a:moveTo>
                <a:lnTo>
                  <a:pt x="87" y="0"/>
                </a:lnTo>
                <a:lnTo>
                  <a:pt x="87" y="49"/>
                </a:lnTo>
                <a:lnTo>
                  <a:pt x="0" y="4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72" y="0"/>
                </a:lnTo>
                <a:lnTo>
                  <a:pt x="72" y="45"/>
                </a:lnTo>
                <a:lnTo>
                  <a:pt x="0" y="45"/>
                </a:lnTo>
                <a:lnTo>
                  <a:pt x="0" y="0"/>
                </a:lnTo>
                <a:close/>
              </a:path>
            </a:pathLst>
          </a:custGeom>
          <a:solidFill>
            <a:srgbClr val="C0C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8597900" y="3735387"/>
            <a:ext cx="114300" cy="76200"/>
          </a:xfrm>
          <a:custGeom>
            <a:rect b="b" l="l" r="r" t="t"/>
            <a:pathLst>
              <a:path extrusionOk="0" h="45" w="72">
                <a:moveTo>
                  <a:pt x="0" y="0"/>
                </a:moveTo>
                <a:lnTo>
                  <a:pt x="72" y="0"/>
                </a:lnTo>
                <a:lnTo>
                  <a:pt x="72" y="45"/>
                </a:lnTo>
                <a:lnTo>
                  <a:pt x="0" y="4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62" y="0"/>
                </a:lnTo>
                <a:lnTo>
                  <a:pt x="62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CFC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8597900" y="3735387"/>
            <a:ext cx="98425" cy="61913"/>
          </a:xfrm>
          <a:custGeom>
            <a:rect b="b" l="l" r="r" t="t"/>
            <a:pathLst>
              <a:path extrusionOk="0" h="36" w="62">
                <a:moveTo>
                  <a:pt x="0" y="0"/>
                </a:moveTo>
                <a:lnTo>
                  <a:pt x="62" y="0"/>
                </a:lnTo>
                <a:lnTo>
                  <a:pt x="62" y="36"/>
                </a:lnTo>
                <a:lnTo>
                  <a:pt x="0" y="36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52" y="0"/>
                </a:lnTo>
                <a:lnTo>
                  <a:pt x="52" y="31"/>
                </a:lnTo>
                <a:lnTo>
                  <a:pt x="0" y="31"/>
                </a:lnTo>
                <a:lnTo>
                  <a:pt x="0" y="0"/>
                </a:lnTo>
                <a:close/>
              </a:path>
            </a:pathLst>
          </a:custGeom>
          <a:solidFill>
            <a:srgbClr val="DCD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8597900" y="3735387"/>
            <a:ext cx="82550" cy="52388"/>
          </a:xfrm>
          <a:custGeom>
            <a:rect b="b" l="l" r="r" t="t"/>
            <a:pathLst>
              <a:path extrusionOk="0" h="31" w="52">
                <a:moveTo>
                  <a:pt x="0" y="0"/>
                </a:moveTo>
                <a:lnTo>
                  <a:pt x="52" y="0"/>
                </a:lnTo>
                <a:lnTo>
                  <a:pt x="52" y="31"/>
                </a:lnTo>
                <a:lnTo>
                  <a:pt x="0" y="31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41" y="0"/>
                </a:lnTo>
                <a:lnTo>
                  <a:pt x="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7E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8597900" y="3735387"/>
            <a:ext cx="65088" cy="46038"/>
          </a:xfrm>
          <a:custGeom>
            <a:rect b="b" l="l" r="r" t="t"/>
            <a:pathLst>
              <a:path extrusionOk="0" h="27" w="41">
                <a:moveTo>
                  <a:pt x="0" y="0"/>
                </a:moveTo>
                <a:lnTo>
                  <a:pt x="41" y="0"/>
                </a:lnTo>
                <a:lnTo>
                  <a:pt x="41" y="27"/>
                </a:lnTo>
                <a:lnTo>
                  <a:pt x="0" y="27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31" y="0"/>
                </a:lnTo>
                <a:lnTo>
                  <a:pt x="31" y="18"/>
                </a:ln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8597900" y="3735387"/>
            <a:ext cx="49213" cy="30163"/>
          </a:xfrm>
          <a:custGeom>
            <a:rect b="b" l="l" r="r" t="t"/>
            <a:pathLst>
              <a:path extrusionOk="0" h="18" w="31">
                <a:moveTo>
                  <a:pt x="0" y="0"/>
                </a:moveTo>
                <a:lnTo>
                  <a:pt x="31" y="0"/>
                </a:lnTo>
                <a:lnTo>
                  <a:pt x="31" y="18"/>
                </a:lnTo>
                <a:lnTo>
                  <a:pt x="0" y="1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1" y="0"/>
                </a:lnTo>
                <a:lnTo>
                  <a:pt x="2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5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8597900" y="3735387"/>
            <a:ext cx="33338" cy="23813"/>
          </a:xfrm>
          <a:custGeom>
            <a:rect b="b" l="l" r="r" t="t"/>
            <a:pathLst>
              <a:path extrusionOk="0" h="14" w="21">
                <a:moveTo>
                  <a:pt x="0" y="0"/>
                </a:moveTo>
                <a:lnTo>
                  <a:pt x="21" y="0"/>
                </a:lnTo>
                <a:lnTo>
                  <a:pt x="21" y="14"/>
                </a:lnTo>
                <a:lnTo>
                  <a:pt x="0" y="1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1" y="0"/>
                </a:lnTo>
                <a:lnTo>
                  <a:pt x="11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8597900" y="3735387"/>
            <a:ext cx="17463" cy="9525"/>
          </a:xfrm>
          <a:custGeom>
            <a:rect b="b" l="l" r="r" t="t"/>
            <a:pathLst>
              <a:path extrusionOk="0" h="5" w="11">
                <a:moveTo>
                  <a:pt x="0" y="0"/>
                </a:moveTo>
                <a:lnTo>
                  <a:pt x="11" y="0"/>
                </a:lnTo>
                <a:lnTo>
                  <a:pt x="11" y="5"/>
                </a:lnTo>
                <a:lnTo>
                  <a:pt x="0" y="5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8597900" y="3735387"/>
            <a:ext cx="1588" cy="3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8582025" y="3722687"/>
            <a:ext cx="252413" cy="169863"/>
          </a:xfrm>
          <a:custGeom>
            <a:rect b="b" l="l" r="r" t="t"/>
            <a:pathLst>
              <a:path extrusionOk="0" h="101" w="159">
                <a:moveTo>
                  <a:pt x="0" y="0"/>
                </a:moveTo>
                <a:lnTo>
                  <a:pt x="159" y="0"/>
                </a:lnTo>
                <a:lnTo>
                  <a:pt x="159" y="101"/>
                </a:lnTo>
                <a:lnTo>
                  <a:pt x="0" y="101"/>
                </a:lnTo>
                <a:lnTo>
                  <a:pt x="0" y="0"/>
                </a:lnTo>
                <a:close/>
                <a:moveTo>
                  <a:pt x="10" y="8"/>
                </a:moveTo>
                <a:lnTo>
                  <a:pt x="159" y="8"/>
                </a:lnTo>
                <a:lnTo>
                  <a:pt x="159" y="101"/>
                </a:lnTo>
                <a:lnTo>
                  <a:pt x="10" y="101"/>
                </a:lnTo>
                <a:lnTo>
                  <a:pt x="10" y="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8597900" y="3735387"/>
            <a:ext cx="236538" cy="157163"/>
          </a:xfrm>
          <a:custGeom>
            <a:rect b="b" l="l" r="r" t="t"/>
            <a:pathLst>
              <a:path extrusionOk="0" h="93" w="149">
                <a:moveTo>
                  <a:pt x="0" y="0"/>
                </a:moveTo>
                <a:lnTo>
                  <a:pt x="149" y="0"/>
                </a:lnTo>
                <a:lnTo>
                  <a:pt x="149" y="93"/>
                </a:lnTo>
                <a:lnTo>
                  <a:pt x="0" y="93"/>
                </a:lnTo>
                <a:lnTo>
                  <a:pt x="0" y="0"/>
                </a:lnTo>
                <a:close/>
                <a:moveTo>
                  <a:pt x="11" y="5"/>
                </a:moveTo>
                <a:lnTo>
                  <a:pt x="149" y="5"/>
                </a:lnTo>
                <a:lnTo>
                  <a:pt x="149" y="93"/>
                </a:lnTo>
                <a:lnTo>
                  <a:pt x="11" y="93"/>
                </a:lnTo>
                <a:lnTo>
                  <a:pt x="11" y="5"/>
                </a:lnTo>
                <a:close/>
              </a:path>
            </a:pathLst>
          </a:custGeom>
          <a:solidFill>
            <a:srgbClr val="9F9F9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8615363" y="3744912"/>
            <a:ext cx="219075" cy="147638"/>
          </a:xfrm>
          <a:custGeom>
            <a:rect b="b" l="l" r="r" t="t"/>
            <a:pathLst>
              <a:path extrusionOk="0" h="88" w="138">
                <a:moveTo>
                  <a:pt x="0" y="0"/>
                </a:moveTo>
                <a:lnTo>
                  <a:pt x="138" y="0"/>
                </a:lnTo>
                <a:lnTo>
                  <a:pt x="138" y="88"/>
                </a:lnTo>
                <a:lnTo>
                  <a:pt x="0" y="88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38" y="9"/>
                </a:lnTo>
                <a:lnTo>
                  <a:pt x="138" y="88"/>
                </a:lnTo>
                <a:lnTo>
                  <a:pt x="10" y="88"/>
                </a:lnTo>
                <a:lnTo>
                  <a:pt x="10" y="9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8631238" y="3759200"/>
            <a:ext cx="203200" cy="133350"/>
          </a:xfrm>
          <a:custGeom>
            <a:rect b="b" l="l" r="r" t="t"/>
            <a:pathLst>
              <a:path extrusionOk="0" h="79" w="128">
                <a:moveTo>
                  <a:pt x="0" y="0"/>
                </a:moveTo>
                <a:lnTo>
                  <a:pt x="128" y="0"/>
                </a:lnTo>
                <a:lnTo>
                  <a:pt x="128" y="79"/>
                </a:lnTo>
                <a:lnTo>
                  <a:pt x="0" y="79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128" y="4"/>
                </a:lnTo>
                <a:lnTo>
                  <a:pt x="128" y="79"/>
                </a:lnTo>
                <a:lnTo>
                  <a:pt x="10" y="79"/>
                </a:lnTo>
                <a:lnTo>
                  <a:pt x="10" y="4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8647113" y="3765550"/>
            <a:ext cx="187325" cy="127000"/>
          </a:xfrm>
          <a:custGeom>
            <a:rect b="b" l="l" r="r" t="t"/>
            <a:pathLst>
              <a:path extrusionOk="0" h="75" w="118">
                <a:moveTo>
                  <a:pt x="0" y="0"/>
                </a:moveTo>
                <a:lnTo>
                  <a:pt x="118" y="0"/>
                </a:lnTo>
                <a:lnTo>
                  <a:pt x="118" y="75"/>
                </a:lnTo>
                <a:lnTo>
                  <a:pt x="0" y="7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18" y="9"/>
                </a:lnTo>
                <a:lnTo>
                  <a:pt x="118" y="75"/>
                </a:lnTo>
                <a:lnTo>
                  <a:pt x="10" y="75"/>
                </a:lnTo>
                <a:lnTo>
                  <a:pt x="10" y="9"/>
                </a:lnTo>
                <a:close/>
              </a:path>
            </a:pathLst>
          </a:custGeom>
          <a:solidFill>
            <a:srgbClr val="B0B0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8662988" y="3781425"/>
            <a:ext cx="171450" cy="111125"/>
          </a:xfrm>
          <a:custGeom>
            <a:rect b="b" l="l" r="r" t="t"/>
            <a:pathLst>
              <a:path extrusionOk="0" h="66" w="108">
                <a:moveTo>
                  <a:pt x="0" y="0"/>
                </a:moveTo>
                <a:lnTo>
                  <a:pt x="108" y="0"/>
                </a:lnTo>
                <a:lnTo>
                  <a:pt x="108" y="66"/>
                </a:lnTo>
                <a:lnTo>
                  <a:pt x="0" y="66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108" y="4"/>
                </a:lnTo>
                <a:lnTo>
                  <a:pt x="108" y="66"/>
                </a:lnTo>
                <a:lnTo>
                  <a:pt x="11" y="66"/>
                </a:lnTo>
                <a:lnTo>
                  <a:pt x="11" y="4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8680450" y="3787775"/>
            <a:ext cx="153988" cy="104775"/>
          </a:xfrm>
          <a:custGeom>
            <a:rect b="b" l="l" r="r" t="t"/>
            <a:pathLst>
              <a:path extrusionOk="0" h="62" w="97">
                <a:moveTo>
                  <a:pt x="0" y="0"/>
                </a:moveTo>
                <a:lnTo>
                  <a:pt x="97" y="0"/>
                </a:lnTo>
                <a:lnTo>
                  <a:pt x="97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97" y="9"/>
                </a:lnTo>
                <a:lnTo>
                  <a:pt x="97" y="62"/>
                </a:lnTo>
                <a:lnTo>
                  <a:pt x="10" y="62"/>
                </a:lnTo>
                <a:lnTo>
                  <a:pt x="10" y="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8696325" y="3803650"/>
            <a:ext cx="138113" cy="88900"/>
          </a:xfrm>
          <a:custGeom>
            <a:rect b="b" l="l" r="r" t="t"/>
            <a:pathLst>
              <a:path extrusionOk="0" h="53" w="87">
                <a:moveTo>
                  <a:pt x="0" y="0"/>
                </a:moveTo>
                <a:lnTo>
                  <a:pt x="87" y="0"/>
                </a:lnTo>
                <a:lnTo>
                  <a:pt x="87" y="53"/>
                </a:lnTo>
                <a:lnTo>
                  <a:pt x="0" y="53"/>
                </a:lnTo>
                <a:lnTo>
                  <a:pt x="0" y="0"/>
                </a:lnTo>
                <a:close/>
                <a:moveTo>
                  <a:pt x="10" y="5"/>
                </a:moveTo>
                <a:lnTo>
                  <a:pt x="87" y="5"/>
                </a:lnTo>
                <a:lnTo>
                  <a:pt x="87" y="53"/>
                </a:lnTo>
                <a:lnTo>
                  <a:pt x="10" y="53"/>
                </a:lnTo>
                <a:lnTo>
                  <a:pt x="10" y="5"/>
                </a:lnTo>
                <a:close/>
              </a:path>
            </a:pathLst>
          </a:custGeom>
          <a:solidFill>
            <a:srgbClr val="C8C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8712200" y="3811587"/>
            <a:ext cx="122238" cy="80963"/>
          </a:xfrm>
          <a:custGeom>
            <a:rect b="b" l="l" r="r" t="t"/>
            <a:pathLst>
              <a:path extrusionOk="0" h="48" w="77">
                <a:moveTo>
                  <a:pt x="0" y="0"/>
                </a:moveTo>
                <a:lnTo>
                  <a:pt x="77" y="0"/>
                </a:lnTo>
                <a:lnTo>
                  <a:pt x="77" y="48"/>
                </a:lnTo>
                <a:lnTo>
                  <a:pt x="0" y="48"/>
                </a:lnTo>
                <a:lnTo>
                  <a:pt x="0" y="0"/>
                </a:lnTo>
                <a:close/>
                <a:moveTo>
                  <a:pt x="15" y="8"/>
                </a:moveTo>
                <a:lnTo>
                  <a:pt x="77" y="8"/>
                </a:lnTo>
                <a:lnTo>
                  <a:pt x="77" y="48"/>
                </a:lnTo>
                <a:lnTo>
                  <a:pt x="15" y="48"/>
                </a:lnTo>
                <a:lnTo>
                  <a:pt x="15" y="8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8736013" y="3825875"/>
            <a:ext cx="98425" cy="66675"/>
          </a:xfrm>
          <a:custGeom>
            <a:rect b="b" l="l" r="r" t="t"/>
            <a:pathLst>
              <a:path extrusionOk="0" h="40" w="62">
                <a:moveTo>
                  <a:pt x="0" y="0"/>
                </a:moveTo>
                <a:lnTo>
                  <a:pt x="62" y="0"/>
                </a:lnTo>
                <a:lnTo>
                  <a:pt x="62" y="40"/>
                </a:lnTo>
                <a:lnTo>
                  <a:pt x="0" y="40"/>
                </a:lnTo>
                <a:lnTo>
                  <a:pt x="0" y="0"/>
                </a:lnTo>
                <a:close/>
                <a:moveTo>
                  <a:pt x="11" y="5"/>
                </a:moveTo>
                <a:lnTo>
                  <a:pt x="62" y="5"/>
                </a:lnTo>
                <a:lnTo>
                  <a:pt x="62" y="40"/>
                </a:lnTo>
                <a:lnTo>
                  <a:pt x="11" y="40"/>
                </a:lnTo>
                <a:lnTo>
                  <a:pt x="11" y="5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8753475" y="3833812"/>
            <a:ext cx="80963" cy="58738"/>
          </a:xfrm>
          <a:custGeom>
            <a:rect b="b" l="l" r="r" t="t"/>
            <a:pathLst>
              <a:path extrusionOk="0" h="35" w="51">
                <a:moveTo>
                  <a:pt x="0" y="0"/>
                </a:moveTo>
                <a:lnTo>
                  <a:pt x="51" y="0"/>
                </a:lnTo>
                <a:lnTo>
                  <a:pt x="51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51" y="9"/>
                </a:lnTo>
                <a:lnTo>
                  <a:pt x="51" y="35"/>
                </a:lnTo>
                <a:lnTo>
                  <a:pt x="10" y="35"/>
                </a:lnTo>
                <a:lnTo>
                  <a:pt x="10" y="9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8769350" y="3848100"/>
            <a:ext cx="65088" cy="44450"/>
          </a:xfrm>
          <a:custGeom>
            <a:rect b="b" l="l" r="r" t="t"/>
            <a:pathLst>
              <a:path extrusionOk="0" h="26" w="41">
                <a:moveTo>
                  <a:pt x="0" y="0"/>
                </a:moveTo>
                <a:lnTo>
                  <a:pt x="41" y="0"/>
                </a:lnTo>
                <a:lnTo>
                  <a:pt x="41" y="26"/>
                </a:lnTo>
                <a:lnTo>
                  <a:pt x="0" y="26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41" y="4"/>
                </a:lnTo>
                <a:lnTo>
                  <a:pt x="41" y="26"/>
                </a:lnTo>
                <a:lnTo>
                  <a:pt x="10" y="26"/>
                </a:lnTo>
                <a:lnTo>
                  <a:pt x="10" y="4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8785225" y="3856037"/>
            <a:ext cx="49213" cy="36513"/>
          </a:xfrm>
          <a:custGeom>
            <a:rect b="b" l="l" r="r" t="t"/>
            <a:pathLst>
              <a:path extrusionOk="0" h="22" w="31">
                <a:moveTo>
                  <a:pt x="0" y="0"/>
                </a:moveTo>
                <a:lnTo>
                  <a:pt x="31" y="0"/>
                </a:lnTo>
                <a:lnTo>
                  <a:pt x="31" y="22"/>
                </a:lnTo>
                <a:lnTo>
                  <a:pt x="0" y="2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31" y="9"/>
                </a:lnTo>
                <a:lnTo>
                  <a:pt x="31" y="22"/>
                </a:lnTo>
                <a:lnTo>
                  <a:pt x="10" y="22"/>
                </a:lnTo>
                <a:lnTo>
                  <a:pt x="10" y="9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8801100" y="3870325"/>
            <a:ext cx="33338" cy="22225"/>
          </a:xfrm>
          <a:custGeom>
            <a:rect b="b" l="l" r="r" t="t"/>
            <a:pathLst>
              <a:path extrusionOk="0" h="13" w="21">
                <a:moveTo>
                  <a:pt x="0" y="0"/>
                </a:moveTo>
                <a:lnTo>
                  <a:pt x="21" y="0"/>
                </a:lnTo>
                <a:lnTo>
                  <a:pt x="2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21" y="4"/>
                </a:lnTo>
                <a:lnTo>
                  <a:pt x="21" y="13"/>
                </a:lnTo>
                <a:lnTo>
                  <a:pt x="11" y="13"/>
                </a:lnTo>
                <a:lnTo>
                  <a:pt x="11" y="4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8818563" y="3876675"/>
            <a:ext cx="15875" cy="15875"/>
          </a:xfrm>
          <a:custGeom>
            <a:rect b="b" l="l" r="r" t="t"/>
            <a:pathLst>
              <a:path extrusionOk="0" h="9" w="10">
                <a:moveTo>
                  <a:pt x="0" y="0"/>
                </a:moveTo>
                <a:lnTo>
                  <a:pt x="10" y="0"/>
                </a:lnTo>
                <a:lnTo>
                  <a:pt x="1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8834438" y="3892550"/>
            <a:ext cx="1587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8582025" y="3722687"/>
            <a:ext cx="252413" cy="169863"/>
          </a:xfrm>
          <a:custGeom>
            <a:rect b="b" l="l" r="r" t="t"/>
            <a:pathLst>
              <a:path extrusionOk="0" h="101" w="159">
                <a:moveTo>
                  <a:pt x="10" y="88"/>
                </a:moveTo>
                <a:lnTo>
                  <a:pt x="10" y="8"/>
                </a:lnTo>
                <a:lnTo>
                  <a:pt x="143" y="8"/>
                </a:lnTo>
                <a:lnTo>
                  <a:pt x="143" y="88"/>
                </a:lnTo>
                <a:lnTo>
                  <a:pt x="10" y="88"/>
                </a:lnTo>
                <a:close/>
                <a:moveTo>
                  <a:pt x="5" y="97"/>
                </a:moveTo>
                <a:lnTo>
                  <a:pt x="154" y="97"/>
                </a:lnTo>
                <a:lnTo>
                  <a:pt x="154" y="4"/>
                </a:lnTo>
                <a:lnTo>
                  <a:pt x="159" y="4"/>
                </a:lnTo>
                <a:lnTo>
                  <a:pt x="159" y="0"/>
                </a:lnTo>
                <a:lnTo>
                  <a:pt x="0" y="0"/>
                </a:lnTo>
                <a:lnTo>
                  <a:pt x="0" y="101"/>
                </a:lnTo>
                <a:lnTo>
                  <a:pt x="5" y="101"/>
                </a:lnTo>
                <a:lnTo>
                  <a:pt x="5" y="9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8582025" y="3722687"/>
            <a:ext cx="252413" cy="169863"/>
          </a:xfrm>
          <a:custGeom>
            <a:rect b="b" l="l" r="r" t="t"/>
            <a:pathLst>
              <a:path extrusionOk="0" h="101" w="159">
                <a:moveTo>
                  <a:pt x="0" y="0"/>
                </a:moveTo>
                <a:lnTo>
                  <a:pt x="159" y="0"/>
                </a:lnTo>
                <a:lnTo>
                  <a:pt x="159" y="101"/>
                </a:lnTo>
                <a:lnTo>
                  <a:pt x="0" y="101"/>
                </a:lnTo>
                <a:lnTo>
                  <a:pt x="0" y="0"/>
                </a:lnTo>
                <a:close/>
                <a:moveTo>
                  <a:pt x="10" y="8"/>
                </a:moveTo>
                <a:lnTo>
                  <a:pt x="159" y="8"/>
                </a:lnTo>
                <a:lnTo>
                  <a:pt x="159" y="101"/>
                </a:lnTo>
                <a:lnTo>
                  <a:pt x="10" y="101"/>
                </a:lnTo>
                <a:lnTo>
                  <a:pt x="10" y="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8597900" y="3735387"/>
            <a:ext cx="236538" cy="157163"/>
          </a:xfrm>
          <a:custGeom>
            <a:rect b="b" l="l" r="r" t="t"/>
            <a:pathLst>
              <a:path extrusionOk="0" h="93" w="149">
                <a:moveTo>
                  <a:pt x="0" y="0"/>
                </a:moveTo>
                <a:lnTo>
                  <a:pt x="149" y="0"/>
                </a:lnTo>
                <a:lnTo>
                  <a:pt x="149" y="93"/>
                </a:lnTo>
                <a:lnTo>
                  <a:pt x="0" y="93"/>
                </a:lnTo>
                <a:lnTo>
                  <a:pt x="0" y="0"/>
                </a:lnTo>
                <a:close/>
                <a:moveTo>
                  <a:pt x="11" y="5"/>
                </a:moveTo>
                <a:lnTo>
                  <a:pt x="149" y="5"/>
                </a:lnTo>
                <a:lnTo>
                  <a:pt x="149" y="93"/>
                </a:lnTo>
                <a:lnTo>
                  <a:pt x="11" y="93"/>
                </a:lnTo>
                <a:lnTo>
                  <a:pt x="11" y="5"/>
                </a:lnTo>
                <a:close/>
              </a:path>
            </a:pathLst>
          </a:custGeom>
          <a:solidFill>
            <a:srgbClr val="9F9F9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8615363" y="3744912"/>
            <a:ext cx="219075" cy="147638"/>
          </a:xfrm>
          <a:custGeom>
            <a:rect b="b" l="l" r="r" t="t"/>
            <a:pathLst>
              <a:path extrusionOk="0" h="88" w="138">
                <a:moveTo>
                  <a:pt x="0" y="0"/>
                </a:moveTo>
                <a:lnTo>
                  <a:pt x="138" y="0"/>
                </a:lnTo>
                <a:lnTo>
                  <a:pt x="138" y="88"/>
                </a:lnTo>
                <a:lnTo>
                  <a:pt x="0" y="88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38" y="9"/>
                </a:lnTo>
                <a:lnTo>
                  <a:pt x="138" y="88"/>
                </a:lnTo>
                <a:lnTo>
                  <a:pt x="10" y="88"/>
                </a:lnTo>
                <a:lnTo>
                  <a:pt x="10" y="9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8631238" y="3759200"/>
            <a:ext cx="203200" cy="133350"/>
          </a:xfrm>
          <a:custGeom>
            <a:rect b="b" l="l" r="r" t="t"/>
            <a:pathLst>
              <a:path extrusionOk="0" h="79" w="128">
                <a:moveTo>
                  <a:pt x="0" y="0"/>
                </a:moveTo>
                <a:lnTo>
                  <a:pt x="128" y="0"/>
                </a:lnTo>
                <a:lnTo>
                  <a:pt x="128" y="79"/>
                </a:lnTo>
                <a:lnTo>
                  <a:pt x="0" y="79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128" y="4"/>
                </a:lnTo>
                <a:lnTo>
                  <a:pt x="128" y="79"/>
                </a:lnTo>
                <a:lnTo>
                  <a:pt x="10" y="79"/>
                </a:lnTo>
                <a:lnTo>
                  <a:pt x="10" y="4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8647113" y="3765550"/>
            <a:ext cx="187325" cy="127000"/>
          </a:xfrm>
          <a:custGeom>
            <a:rect b="b" l="l" r="r" t="t"/>
            <a:pathLst>
              <a:path extrusionOk="0" h="75" w="118">
                <a:moveTo>
                  <a:pt x="0" y="0"/>
                </a:moveTo>
                <a:lnTo>
                  <a:pt x="118" y="0"/>
                </a:lnTo>
                <a:lnTo>
                  <a:pt x="118" y="75"/>
                </a:lnTo>
                <a:lnTo>
                  <a:pt x="0" y="7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18" y="9"/>
                </a:lnTo>
                <a:lnTo>
                  <a:pt x="118" y="75"/>
                </a:lnTo>
                <a:lnTo>
                  <a:pt x="10" y="75"/>
                </a:lnTo>
                <a:lnTo>
                  <a:pt x="10" y="9"/>
                </a:lnTo>
                <a:close/>
              </a:path>
            </a:pathLst>
          </a:custGeom>
          <a:solidFill>
            <a:srgbClr val="B0B0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8662988" y="3781425"/>
            <a:ext cx="171450" cy="111125"/>
          </a:xfrm>
          <a:custGeom>
            <a:rect b="b" l="l" r="r" t="t"/>
            <a:pathLst>
              <a:path extrusionOk="0" h="66" w="108">
                <a:moveTo>
                  <a:pt x="0" y="0"/>
                </a:moveTo>
                <a:lnTo>
                  <a:pt x="108" y="0"/>
                </a:lnTo>
                <a:lnTo>
                  <a:pt x="108" y="66"/>
                </a:lnTo>
                <a:lnTo>
                  <a:pt x="0" y="66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108" y="4"/>
                </a:lnTo>
                <a:lnTo>
                  <a:pt x="108" y="66"/>
                </a:lnTo>
                <a:lnTo>
                  <a:pt x="11" y="66"/>
                </a:lnTo>
                <a:lnTo>
                  <a:pt x="11" y="4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8680450" y="3787775"/>
            <a:ext cx="153988" cy="104775"/>
          </a:xfrm>
          <a:custGeom>
            <a:rect b="b" l="l" r="r" t="t"/>
            <a:pathLst>
              <a:path extrusionOk="0" h="62" w="97">
                <a:moveTo>
                  <a:pt x="0" y="0"/>
                </a:moveTo>
                <a:lnTo>
                  <a:pt x="97" y="0"/>
                </a:lnTo>
                <a:lnTo>
                  <a:pt x="97" y="62"/>
                </a:lnTo>
                <a:lnTo>
                  <a:pt x="0" y="6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97" y="9"/>
                </a:lnTo>
                <a:lnTo>
                  <a:pt x="97" y="62"/>
                </a:lnTo>
                <a:lnTo>
                  <a:pt x="10" y="62"/>
                </a:lnTo>
                <a:lnTo>
                  <a:pt x="10" y="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8696325" y="3803650"/>
            <a:ext cx="138113" cy="88900"/>
          </a:xfrm>
          <a:custGeom>
            <a:rect b="b" l="l" r="r" t="t"/>
            <a:pathLst>
              <a:path extrusionOk="0" h="53" w="87">
                <a:moveTo>
                  <a:pt x="0" y="0"/>
                </a:moveTo>
                <a:lnTo>
                  <a:pt x="87" y="0"/>
                </a:lnTo>
                <a:lnTo>
                  <a:pt x="87" y="53"/>
                </a:lnTo>
                <a:lnTo>
                  <a:pt x="0" y="53"/>
                </a:lnTo>
                <a:lnTo>
                  <a:pt x="0" y="0"/>
                </a:lnTo>
                <a:close/>
                <a:moveTo>
                  <a:pt x="10" y="5"/>
                </a:moveTo>
                <a:lnTo>
                  <a:pt x="87" y="5"/>
                </a:lnTo>
                <a:lnTo>
                  <a:pt x="87" y="53"/>
                </a:lnTo>
                <a:lnTo>
                  <a:pt x="10" y="53"/>
                </a:lnTo>
                <a:lnTo>
                  <a:pt x="10" y="5"/>
                </a:lnTo>
                <a:close/>
              </a:path>
            </a:pathLst>
          </a:custGeom>
          <a:solidFill>
            <a:srgbClr val="C8C8C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8712200" y="3811587"/>
            <a:ext cx="122238" cy="80963"/>
          </a:xfrm>
          <a:custGeom>
            <a:rect b="b" l="l" r="r" t="t"/>
            <a:pathLst>
              <a:path extrusionOk="0" h="48" w="77">
                <a:moveTo>
                  <a:pt x="0" y="0"/>
                </a:moveTo>
                <a:lnTo>
                  <a:pt x="77" y="0"/>
                </a:lnTo>
                <a:lnTo>
                  <a:pt x="77" y="48"/>
                </a:lnTo>
                <a:lnTo>
                  <a:pt x="0" y="48"/>
                </a:lnTo>
                <a:lnTo>
                  <a:pt x="0" y="0"/>
                </a:lnTo>
                <a:close/>
                <a:moveTo>
                  <a:pt x="15" y="8"/>
                </a:moveTo>
                <a:lnTo>
                  <a:pt x="77" y="8"/>
                </a:lnTo>
                <a:lnTo>
                  <a:pt x="77" y="48"/>
                </a:lnTo>
                <a:lnTo>
                  <a:pt x="15" y="48"/>
                </a:lnTo>
                <a:lnTo>
                  <a:pt x="15" y="8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8736013" y="3825875"/>
            <a:ext cx="98425" cy="66675"/>
          </a:xfrm>
          <a:custGeom>
            <a:rect b="b" l="l" r="r" t="t"/>
            <a:pathLst>
              <a:path extrusionOk="0" h="40" w="62">
                <a:moveTo>
                  <a:pt x="0" y="0"/>
                </a:moveTo>
                <a:lnTo>
                  <a:pt x="62" y="0"/>
                </a:lnTo>
                <a:lnTo>
                  <a:pt x="62" y="40"/>
                </a:lnTo>
                <a:lnTo>
                  <a:pt x="0" y="40"/>
                </a:lnTo>
                <a:lnTo>
                  <a:pt x="0" y="0"/>
                </a:lnTo>
                <a:close/>
                <a:moveTo>
                  <a:pt x="11" y="5"/>
                </a:moveTo>
                <a:lnTo>
                  <a:pt x="62" y="5"/>
                </a:lnTo>
                <a:lnTo>
                  <a:pt x="62" y="40"/>
                </a:lnTo>
                <a:lnTo>
                  <a:pt x="11" y="40"/>
                </a:lnTo>
                <a:lnTo>
                  <a:pt x="11" y="5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8753475" y="3833812"/>
            <a:ext cx="80963" cy="58738"/>
          </a:xfrm>
          <a:custGeom>
            <a:rect b="b" l="l" r="r" t="t"/>
            <a:pathLst>
              <a:path extrusionOk="0" h="35" w="51">
                <a:moveTo>
                  <a:pt x="0" y="0"/>
                </a:moveTo>
                <a:lnTo>
                  <a:pt x="51" y="0"/>
                </a:lnTo>
                <a:lnTo>
                  <a:pt x="51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51" y="9"/>
                </a:lnTo>
                <a:lnTo>
                  <a:pt x="51" y="35"/>
                </a:lnTo>
                <a:lnTo>
                  <a:pt x="10" y="35"/>
                </a:lnTo>
                <a:lnTo>
                  <a:pt x="10" y="9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8769350" y="3848100"/>
            <a:ext cx="65088" cy="44450"/>
          </a:xfrm>
          <a:custGeom>
            <a:rect b="b" l="l" r="r" t="t"/>
            <a:pathLst>
              <a:path extrusionOk="0" h="26" w="41">
                <a:moveTo>
                  <a:pt x="0" y="0"/>
                </a:moveTo>
                <a:lnTo>
                  <a:pt x="41" y="0"/>
                </a:lnTo>
                <a:lnTo>
                  <a:pt x="41" y="26"/>
                </a:lnTo>
                <a:lnTo>
                  <a:pt x="0" y="26"/>
                </a:lnTo>
                <a:lnTo>
                  <a:pt x="0" y="0"/>
                </a:lnTo>
                <a:close/>
                <a:moveTo>
                  <a:pt x="10" y="4"/>
                </a:moveTo>
                <a:lnTo>
                  <a:pt x="41" y="4"/>
                </a:lnTo>
                <a:lnTo>
                  <a:pt x="41" y="26"/>
                </a:lnTo>
                <a:lnTo>
                  <a:pt x="10" y="26"/>
                </a:lnTo>
                <a:lnTo>
                  <a:pt x="10" y="4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8785225" y="3856037"/>
            <a:ext cx="49213" cy="36513"/>
          </a:xfrm>
          <a:custGeom>
            <a:rect b="b" l="l" r="r" t="t"/>
            <a:pathLst>
              <a:path extrusionOk="0" h="22" w="31">
                <a:moveTo>
                  <a:pt x="0" y="0"/>
                </a:moveTo>
                <a:lnTo>
                  <a:pt x="31" y="0"/>
                </a:lnTo>
                <a:lnTo>
                  <a:pt x="31" y="22"/>
                </a:lnTo>
                <a:lnTo>
                  <a:pt x="0" y="22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31" y="9"/>
                </a:lnTo>
                <a:lnTo>
                  <a:pt x="31" y="22"/>
                </a:lnTo>
                <a:lnTo>
                  <a:pt x="10" y="22"/>
                </a:lnTo>
                <a:lnTo>
                  <a:pt x="10" y="9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8801100" y="3870325"/>
            <a:ext cx="33338" cy="22225"/>
          </a:xfrm>
          <a:custGeom>
            <a:rect b="b" l="l" r="r" t="t"/>
            <a:pathLst>
              <a:path extrusionOk="0" h="13" w="21">
                <a:moveTo>
                  <a:pt x="0" y="0"/>
                </a:moveTo>
                <a:lnTo>
                  <a:pt x="21" y="0"/>
                </a:lnTo>
                <a:lnTo>
                  <a:pt x="2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1" y="4"/>
                </a:moveTo>
                <a:lnTo>
                  <a:pt x="21" y="4"/>
                </a:lnTo>
                <a:lnTo>
                  <a:pt x="21" y="13"/>
                </a:lnTo>
                <a:lnTo>
                  <a:pt x="11" y="13"/>
                </a:lnTo>
                <a:lnTo>
                  <a:pt x="11" y="4"/>
                </a:lnTo>
                <a:close/>
              </a:path>
            </a:pathLst>
          </a:custGeom>
          <a:solidFill>
            <a:srgbClr val="E4E4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8818563" y="3876675"/>
            <a:ext cx="15875" cy="15875"/>
          </a:xfrm>
          <a:custGeom>
            <a:rect b="b" l="l" r="r" t="t"/>
            <a:pathLst>
              <a:path extrusionOk="0" h="9" w="10">
                <a:moveTo>
                  <a:pt x="0" y="0"/>
                </a:moveTo>
                <a:lnTo>
                  <a:pt x="10" y="0"/>
                </a:lnTo>
                <a:lnTo>
                  <a:pt x="1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10" y="9"/>
                </a:move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lnTo>
                  <a:pt x="10" y="9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8834438" y="3892550"/>
            <a:ext cx="1587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7"/>
          <p:cNvCxnSpPr/>
          <p:nvPr/>
        </p:nvCxnSpPr>
        <p:spPr>
          <a:xfrm>
            <a:off x="8639175" y="3916362"/>
            <a:ext cx="1588" cy="12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7"/>
          <p:cNvCxnSpPr/>
          <p:nvPr/>
        </p:nvCxnSpPr>
        <p:spPr>
          <a:xfrm>
            <a:off x="8597900" y="3916362"/>
            <a:ext cx="1588" cy="12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7"/>
          <p:cNvCxnSpPr/>
          <p:nvPr/>
        </p:nvCxnSpPr>
        <p:spPr>
          <a:xfrm>
            <a:off x="8558213" y="3916362"/>
            <a:ext cx="300037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7"/>
          <p:cNvSpPr/>
          <p:nvPr/>
        </p:nvSpPr>
        <p:spPr>
          <a:xfrm>
            <a:off x="8785225" y="3968750"/>
            <a:ext cx="41275" cy="12700"/>
          </a:xfrm>
          <a:custGeom>
            <a:rect b="b" l="l" r="r" t="t"/>
            <a:pathLst>
              <a:path extrusionOk="0" h="8" w="26">
                <a:moveTo>
                  <a:pt x="0" y="0"/>
                </a:moveTo>
                <a:lnTo>
                  <a:pt x="26" y="0"/>
                </a:lnTo>
                <a:lnTo>
                  <a:pt x="26" y="8"/>
                </a:lnTo>
                <a:lnTo>
                  <a:pt x="0" y="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6" y="0"/>
                </a:lnTo>
                <a:lnTo>
                  <a:pt x="2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8785225" y="3968750"/>
            <a:ext cx="4127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8785225" y="3968750"/>
            <a:ext cx="41275" cy="12700"/>
          </a:xfrm>
          <a:custGeom>
            <a:rect b="b" l="l" r="r" t="t"/>
            <a:pathLst>
              <a:path extrusionOk="0" h="8" w="26">
                <a:moveTo>
                  <a:pt x="0" y="0"/>
                </a:moveTo>
                <a:lnTo>
                  <a:pt x="26" y="0"/>
                </a:lnTo>
                <a:lnTo>
                  <a:pt x="26" y="8"/>
                </a:lnTo>
                <a:lnTo>
                  <a:pt x="0" y="8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6" y="0"/>
                </a:lnTo>
                <a:lnTo>
                  <a:pt x="2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7"/>
          <p:cNvCxnSpPr/>
          <p:nvPr/>
        </p:nvCxnSpPr>
        <p:spPr>
          <a:xfrm>
            <a:off x="8753475" y="3975100"/>
            <a:ext cx="8890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7"/>
          <p:cNvSpPr/>
          <p:nvPr/>
        </p:nvSpPr>
        <p:spPr>
          <a:xfrm>
            <a:off x="8516938" y="3959225"/>
            <a:ext cx="49212" cy="22225"/>
          </a:xfrm>
          <a:custGeom>
            <a:rect b="b" l="l" r="r" t="t"/>
            <a:pathLst>
              <a:path extrusionOk="0" h="13" w="31">
                <a:moveTo>
                  <a:pt x="0" y="0"/>
                </a:moveTo>
                <a:lnTo>
                  <a:pt x="31" y="0"/>
                </a:lnTo>
                <a:lnTo>
                  <a:pt x="3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6" y="0"/>
                </a:moveTo>
                <a:lnTo>
                  <a:pt x="16" y="0"/>
                </a:lnTo>
                <a:lnTo>
                  <a:pt x="16" y="13"/>
                </a:lnTo>
                <a:lnTo>
                  <a:pt x="16" y="13"/>
                </a:lnTo>
                <a:lnTo>
                  <a:pt x="1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8516938" y="3959225"/>
            <a:ext cx="49212" cy="22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8516938" y="3959225"/>
            <a:ext cx="49212" cy="22225"/>
          </a:xfrm>
          <a:custGeom>
            <a:rect b="b" l="l" r="r" t="t"/>
            <a:pathLst>
              <a:path extrusionOk="0" h="13" w="31">
                <a:moveTo>
                  <a:pt x="0" y="0"/>
                </a:moveTo>
                <a:lnTo>
                  <a:pt x="31" y="0"/>
                </a:lnTo>
                <a:lnTo>
                  <a:pt x="3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16" y="0"/>
                </a:moveTo>
                <a:lnTo>
                  <a:pt x="16" y="0"/>
                </a:lnTo>
                <a:lnTo>
                  <a:pt x="16" y="13"/>
                </a:lnTo>
                <a:lnTo>
                  <a:pt x="16" y="13"/>
                </a:lnTo>
                <a:lnTo>
                  <a:pt x="16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8501063" y="3656012"/>
            <a:ext cx="463550" cy="414338"/>
          </a:xfrm>
          <a:custGeom>
            <a:rect b="b" l="l" r="r" t="t"/>
            <a:pathLst>
              <a:path extrusionOk="0" h="247" w="292">
                <a:moveTo>
                  <a:pt x="0" y="247"/>
                </a:moveTo>
                <a:lnTo>
                  <a:pt x="0" y="172"/>
                </a:lnTo>
                <a:lnTo>
                  <a:pt x="31" y="146"/>
                </a:lnTo>
                <a:lnTo>
                  <a:pt x="36" y="146"/>
                </a:lnTo>
                <a:lnTo>
                  <a:pt x="36" y="26"/>
                </a:lnTo>
                <a:lnTo>
                  <a:pt x="67" y="0"/>
                </a:lnTo>
                <a:lnTo>
                  <a:pt x="261" y="0"/>
                </a:lnTo>
                <a:lnTo>
                  <a:pt x="261" y="84"/>
                </a:lnTo>
                <a:lnTo>
                  <a:pt x="251" y="101"/>
                </a:lnTo>
                <a:lnTo>
                  <a:pt x="251" y="141"/>
                </a:lnTo>
                <a:lnTo>
                  <a:pt x="246" y="146"/>
                </a:lnTo>
                <a:lnTo>
                  <a:pt x="292" y="146"/>
                </a:lnTo>
                <a:lnTo>
                  <a:pt x="292" y="221"/>
                </a:lnTo>
                <a:lnTo>
                  <a:pt x="261" y="247"/>
                </a:lnTo>
                <a:lnTo>
                  <a:pt x="0" y="247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8321675" y="4232275"/>
            <a:ext cx="76835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Host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3671888" y="2420937"/>
            <a:ext cx="1103312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Network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5265738" y="2420937"/>
            <a:ext cx="560387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8347075" y="4429125"/>
            <a:ext cx="6635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64.236.24.4</a:t>
            </a:r>
            <a:endParaRPr/>
          </a:p>
        </p:txBody>
      </p:sp>
      <p:sp>
        <p:nvSpPr>
          <p:cNvPr id="430" name="Google Shape;430;p7"/>
          <p:cNvSpPr/>
          <p:nvPr/>
        </p:nvSpPr>
        <p:spPr>
          <a:xfrm>
            <a:off x="5329238" y="368300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b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7"/>
          <p:cNvCxnSpPr/>
          <p:nvPr/>
        </p:nvCxnSpPr>
        <p:spPr>
          <a:xfrm flipH="1" rot="10800000">
            <a:off x="5030788" y="5995987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7"/>
          <p:cNvCxnSpPr/>
          <p:nvPr/>
        </p:nvCxnSpPr>
        <p:spPr>
          <a:xfrm flipH="1" rot="10800000">
            <a:off x="5030788" y="5943600"/>
            <a:ext cx="1587" cy="254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7"/>
          <p:cNvCxnSpPr/>
          <p:nvPr/>
        </p:nvCxnSpPr>
        <p:spPr>
          <a:xfrm flipH="1" rot="10800000">
            <a:off x="5030788" y="4670425"/>
            <a:ext cx="1587" cy="2698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4" name="Google Shape;434;p7"/>
          <p:cNvGrpSpPr/>
          <p:nvPr/>
        </p:nvGrpSpPr>
        <p:grpSpPr>
          <a:xfrm>
            <a:off x="4013200" y="4776787"/>
            <a:ext cx="2028825" cy="1138238"/>
            <a:chOff x="2528" y="2126"/>
            <a:chExt cx="1278" cy="717"/>
          </a:xfrm>
        </p:grpSpPr>
        <p:cxnSp>
          <p:nvCxnSpPr>
            <p:cNvPr id="435" name="Google Shape;435;p7"/>
            <p:cNvCxnSpPr/>
            <p:nvPr/>
          </p:nvCxnSpPr>
          <p:spPr>
            <a:xfrm flipH="1" rot="10800000">
              <a:off x="3169" y="2827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7"/>
            <p:cNvCxnSpPr/>
            <p:nvPr/>
          </p:nvCxnSpPr>
          <p:spPr>
            <a:xfrm flipH="1" rot="10800000">
              <a:off x="3169" y="2793"/>
              <a:ext cx="1" cy="1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7"/>
            <p:cNvCxnSpPr/>
            <p:nvPr/>
          </p:nvCxnSpPr>
          <p:spPr>
            <a:xfrm flipH="1" rot="10800000">
              <a:off x="3169" y="2760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7"/>
            <p:cNvCxnSpPr/>
            <p:nvPr/>
          </p:nvCxnSpPr>
          <p:spPr>
            <a:xfrm flipH="1" rot="10800000">
              <a:off x="3169" y="2726"/>
              <a:ext cx="1" cy="1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7"/>
            <p:cNvCxnSpPr/>
            <p:nvPr/>
          </p:nvCxnSpPr>
          <p:spPr>
            <a:xfrm flipH="1" rot="10800000">
              <a:off x="3169" y="2694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7"/>
            <p:cNvCxnSpPr/>
            <p:nvPr/>
          </p:nvCxnSpPr>
          <p:spPr>
            <a:xfrm flipH="1" rot="10800000">
              <a:off x="3169" y="2660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7"/>
            <p:cNvCxnSpPr/>
            <p:nvPr/>
          </p:nvCxnSpPr>
          <p:spPr>
            <a:xfrm flipH="1" rot="10800000">
              <a:off x="3169" y="2627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7"/>
            <p:cNvCxnSpPr/>
            <p:nvPr/>
          </p:nvCxnSpPr>
          <p:spPr>
            <a:xfrm flipH="1" rot="10800000">
              <a:off x="3169" y="2593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7"/>
            <p:cNvCxnSpPr/>
            <p:nvPr/>
          </p:nvCxnSpPr>
          <p:spPr>
            <a:xfrm flipH="1" rot="10800000">
              <a:off x="3169" y="2560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7"/>
            <p:cNvCxnSpPr/>
            <p:nvPr/>
          </p:nvCxnSpPr>
          <p:spPr>
            <a:xfrm flipH="1" rot="10800000">
              <a:off x="3169" y="2526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7"/>
            <p:cNvCxnSpPr/>
            <p:nvPr/>
          </p:nvCxnSpPr>
          <p:spPr>
            <a:xfrm flipH="1" rot="10800000">
              <a:off x="3169" y="2494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7"/>
            <p:cNvCxnSpPr/>
            <p:nvPr/>
          </p:nvCxnSpPr>
          <p:spPr>
            <a:xfrm flipH="1" rot="10800000">
              <a:off x="3173" y="2500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7"/>
            <p:cNvCxnSpPr/>
            <p:nvPr/>
          </p:nvCxnSpPr>
          <p:spPr>
            <a:xfrm flipH="1" rot="10800000">
              <a:off x="3173" y="2466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7"/>
            <p:cNvCxnSpPr/>
            <p:nvPr/>
          </p:nvCxnSpPr>
          <p:spPr>
            <a:xfrm flipH="1" rot="10800000">
              <a:off x="3173" y="2433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7"/>
            <p:cNvCxnSpPr/>
            <p:nvPr/>
          </p:nvCxnSpPr>
          <p:spPr>
            <a:xfrm flipH="1" rot="10800000">
              <a:off x="3173" y="2399"/>
              <a:ext cx="1" cy="1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7"/>
            <p:cNvCxnSpPr/>
            <p:nvPr/>
          </p:nvCxnSpPr>
          <p:spPr>
            <a:xfrm flipH="1" rot="10800000">
              <a:off x="3173" y="2366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7"/>
            <p:cNvCxnSpPr/>
            <p:nvPr/>
          </p:nvCxnSpPr>
          <p:spPr>
            <a:xfrm flipH="1" rot="10800000">
              <a:off x="3173" y="2333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7"/>
            <p:cNvCxnSpPr/>
            <p:nvPr/>
          </p:nvCxnSpPr>
          <p:spPr>
            <a:xfrm flipH="1" rot="10800000">
              <a:off x="3173" y="2300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7"/>
            <p:cNvCxnSpPr/>
            <p:nvPr/>
          </p:nvCxnSpPr>
          <p:spPr>
            <a:xfrm flipH="1" rot="10800000">
              <a:off x="3173" y="2266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7"/>
            <p:cNvCxnSpPr/>
            <p:nvPr/>
          </p:nvCxnSpPr>
          <p:spPr>
            <a:xfrm flipH="1" rot="10800000">
              <a:off x="3173" y="2233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7"/>
            <p:cNvCxnSpPr/>
            <p:nvPr/>
          </p:nvCxnSpPr>
          <p:spPr>
            <a:xfrm flipH="1" rot="10800000">
              <a:off x="3173" y="2199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7"/>
            <p:cNvCxnSpPr/>
            <p:nvPr/>
          </p:nvCxnSpPr>
          <p:spPr>
            <a:xfrm flipH="1" rot="10800000">
              <a:off x="3173" y="2167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7"/>
            <p:cNvCxnSpPr/>
            <p:nvPr/>
          </p:nvCxnSpPr>
          <p:spPr>
            <a:xfrm flipH="1" rot="10800000">
              <a:off x="3173" y="2133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8" name="Google Shape;458;p7"/>
            <p:cNvSpPr/>
            <p:nvPr/>
          </p:nvSpPr>
          <p:spPr>
            <a:xfrm>
              <a:off x="2528" y="2128"/>
              <a:ext cx="639" cy="23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59" name="Google Shape;459;p7"/>
            <p:cNvCxnSpPr/>
            <p:nvPr/>
          </p:nvCxnSpPr>
          <p:spPr>
            <a:xfrm>
              <a:off x="2528" y="2363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7"/>
            <p:cNvCxnSpPr/>
            <p:nvPr/>
          </p:nvCxnSpPr>
          <p:spPr>
            <a:xfrm flipH="1" rot="10800000">
              <a:off x="2528" y="2128"/>
              <a:ext cx="1" cy="23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7"/>
            <p:cNvCxnSpPr/>
            <p:nvPr/>
          </p:nvCxnSpPr>
          <p:spPr>
            <a:xfrm>
              <a:off x="2528" y="2128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7"/>
            <p:cNvCxnSpPr/>
            <p:nvPr/>
          </p:nvCxnSpPr>
          <p:spPr>
            <a:xfrm flipH="1" rot="10800000">
              <a:off x="3167" y="2128"/>
              <a:ext cx="1" cy="23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3" name="Google Shape;463;p7"/>
            <p:cNvSpPr/>
            <p:nvPr/>
          </p:nvSpPr>
          <p:spPr>
            <a:xfrm>
              <a:off x="2717" y="2152"/>
              <a:ext cx="31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Private</a:t>
              </a:r>
              <a:endParaRPr b="1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2686" y="2245"/>
              <a:ext cx="383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 b="1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3167" y="2128"/>
              <a:ext cx="639" cy="23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6" name="Google Shape;466;p7"/>
            <p:cNvCxnSpPr/>
            <p:nvPr/>
          </p:nvCxnSpPr>
          <p:spPr>
            <a:xfrm>
              <a:off x="3167" y="2363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" name="Google Shape;467;p7"/>
            <p:cNvCxnSpPr/>
            <p:nvPr/>
          </p:nvCxnSpPr>
          <p:spPr>
            <a:xfrm flipH="1" rot="10800000">
              <a:off x="3167" y="2128"/>
              <a:ext cx="1" cy="23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8" name="Google Shape;468;p7"/>
            <p:cNvCxnSpPr/>
            <p:nvPr/>
          </p:nvCxnSpPr>
          <p:spPr>
            <a:xfrm>
              <a:off x="3167" y="2128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7"/>
            <p:cNvCxnSpPr/>
            <p:nvPr/>
          </p:nvCxnSpPr>
          <p:spPr>
            <a:xfrm rot="10800000">
              <a:off x="3803" y="2126"/>
              <a:ext cx="3" cy="23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0" name="Google Shape;470;p7"/>
            <p:cNvSpPr/>
            <p:nvPr/>
          </p:nvSpPr>
          <p:spPr>
            <a:xfrm>
              <a:off x="3371" y="2152"/>
              <a:ext cx="28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Public</a:t>
              </a:r>
              <a:endParaRPr b="1" sz="32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3331" y="2245"/>
              <a:ext cx="383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 b="1" sz="32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2528" y="2363"/>
              <a:ext cx="639" cy="14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3" name="Google Shape;473;p7"/>
            <p:cNvCxnSpPr/>
            <p:nvPr/>
          </p:nvCxnSpPr>
          <p:spPr>
            <a:xfrm>
              <a:off x="2528" y="2508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7"/>
            <p:cNvCxnSpPr/>
            <p:nvPr/>
          </p:nvCxnSpPr>
          <p:spPr>
            <a:xfrm flipH="1" rot="10800000">
              <a:off x="2528" y="2363"/>
              <a:ext cx="1" cy="14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7"/>
            <p:cNvCxnSpPr/>
            <p:nvPr/>
          </p:nvCxnSpPr>
          <p:spPr>
            <a:xfrm>
              <a:off x="2528" y="2363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" name="Google Shape;476;p7"/>
            <p:cNvCxnSpPr/>
            <p:nvPr/>
          </p:nvCxnSpPr>
          <p:spPr>
            <a:xfrm flipH="1" rot="10800000">
              <a:off x="3167" y="2363"/>
              <a:ext cx="1" cy="14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7" name="Google Shape;477;p7"/>
            <p:cNvSpPr/>
            <p:nvPr/>
          </p:nvSpPr>
          <p:spPr>
            <a:xfrm>
              <a:off x="2691" y="2391"/>
              <a:ext cx="34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10.0.1.1</a:t>
              </a:r>
              <a:endParaRPr b="1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3167" y="2363"/>
              <a:ext cx="639" cy="14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9" name="Google Shape;479;p7"/>
            <p:cNvCxnSpPr/>
            <p:nvPr/>
          </p:nvCxnSpPr>
          <p:spPr>
            <a:xfrm>
              <a:off x="3167" y="2508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" name="Google Shape;480;p7"/>
            <p:cNvCxnSpPr/>
            <p:nvPr/>
          </p:nvCxnSpPr>
          <p:spPr>
            <a:xfrm flipH="1" rot="10800000">
              <a:off x="3167" y="2363"/>
              <a:ext cx="1" cy="14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7"/>
            <p:cNvCxnSpPr/>
            <p:nvPr/>
          </p:nvCxnSpPr>
          <p:spPr>
            <a:xfrm>
              <a:off x="3167" y="2363"/>
              <a:ext cx="639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7"/>
            <p:cNvCxnSpPr/>
            <p:nvPr/>
          </p:nvCxnSpPr>
          <p:spPr>
            <a:xfrm rot="10800000">
              <a:off x="3803" y="2355"/>
              <a:ext cx="3" cy="14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3" name="Google Shape;483;p7"/>
            <p:cNvSpPr/>
            <p:nvPr/>
          </p:nvSpPr>
          <p:spPr>
            <a:xfrm>
              <a:off x="3213" y="2391"/>
              <a:ext cx="55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128.59.16.21</a:t>
              </a:r>
              <a:endParaRPr b="1" sz="32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7"/>
          <p:cNvSpPr/>
          <p:nvPr/>
        </p:nvSpPr>
        <p:spPr>
          <a:xfrm>
            <a:off x="4816475" y="3929062"/>
            <a:ext cx="454025" cy="15875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7"/>
          <p:cNvSpPr/>
          <p:nvPr/>
        </p:nvSpPr>
        <p:spPr>
          <a:xfrm>
            <a:off x="5270500" y="3886200"/>
            <a:ext cx="49213" cy="58737"/>
          </a:xfrm>
          <a:custGeom>
            <a:rect b="b" l="l" r="r" t="t"/>
            <a:pathLst>
              <a:path extrusionOk="0" h="35" w="31">
                <a:moveTo>
                  <a:pt x="0" y="35"/>
                </a:moveTo>
                <a:lnTo>
                  <a:pt x="31" y="9"/>
                </a:lnTo>
                <a:lnTo>
                  <a:pt x="31" y="0"/>
                </a:lnTo>
                <a:lnTo>
                  <a:pt x="0" y="26"/>
                </a:lnTo>
                <a:lnTo>
                  <a:pt x="0" y="35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7"/>
          <p:cNvSpPr/>
          <p:nvPr/>
        </p:nvSpPr>
        <p:spPr>
          <a:xfrm>
            <a:off x="4800600" y="3833812"/>
            <a:ext cx="485775" cy="9525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7"/>
          <p:cNvSpPr/>
          <p:nvPr/>
        </p:nvSpPr>
        <p:spPr>
          <a:xfrm>
            <a:off x="5286375" y="3773487"/>
            <a:ext cx="57150" cy="155575"/>
          </a:xfrm>
          <a:custGeom>
            <a:rect b="b" l="l" r="r" t="t"/>
            <a:pathLst>
              <a:path extrusionOk="0" h="93" w="36">
                <a:moveTo>
                  <a:pt x="0" y="36"/>
                </a:moveTo>
                <a:lnTo>
                  <a:pt x="36" y="0"/>
                </a:lnTo>
                <a:lnTo>
                  <a:pt x="36" y="58"/>
                </a:lnTo>
                <a:lnTo>
                  <a:pt x="0" y="93"/>
                </a:lnTo>
                <a:lnTo>
                  <a:pt x="0" y="36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/>
          <p:nvPr/>
        </p:nvSpPr>
        <p:spPr>
          <a:xfrm>
            <a:off x="4800600" y="3773487"/>
            <a:ext cx="542925" cy="60325"/>
          </a:xfrm>
          <a:custGeom>
            <a:rect b="b" l="l" r="r" t="t"/>
            <a:pathLst>
              <a:path extrusionOk="0" h="36" w="342">
                <a:moveTo>
                  <a:pt x="342" y="0"/>
                </a:moveTo>
                <a:lnTo>
                  <a:pt x="40" y="0"/>
                </a:lnTo>
                <a:lnTo>
                  <a:pt x="0" y="36"/>
                </a:lnTo>
                <a:lnTo>
                  <a:pt x="306" y="36"/>
                </a:lnTo>
                <a:lnTo>
                  <a:pt x="342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7"/>
          <p:cNvSpPr/>
          <p:nvPr/>
        </p:nvSpPr>
        <p:spPr>
          <a:xfrm>
            <a:off x="4816475" y="3848100"/>
            <a:ext cx="65088" cy="22225"/>
          </a:xfrm>
          <a:custGeom>
            <a:rect b="b" l="l" r="r" t="t"/>
            <a:pathLst>
              <a:path extrusionOk="0" h="13" w="41">
                <a:moveTo>
                  <a:pt x="0" y="0"/>
                </a:moveTo>
                <a:lnTo>
                  <a:pt x="41" y="0"/>
                </a:lnTo>
                <a:lnTo>
                  <a:pt x="4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30" y="0"/>
                </a:lnTo>
                <a:lnTo>
                  <a:pt x="30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7"/>
          <p:cNvSpPr/>
          <p:nvPr/>
        </p:nvSpPr>
        <p:spPr>
          <a:xfrm>
            <a:off x="4816475" y="3848100"/>
            <a:ext cx="47625" cy="15875"/>
          </a:xfrm>
          <a:custGeom>
            <a:rect b="b" l="l" r="r" t="t"/>
            <a:pathLst>
              <a:path extrusionOk="0" h="9" w="30">
                <a:moveTo>
                  <a:pt x="0" y="0"/>
                </a:moveTo>
                <a:lnTo>
                  <a:pt x="30" y="0"/>
                </a:lnTo>
                <a:lnTo>
                  <a:pt x="3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0" y="0"/>
                </a:lnTo>
                <a:lnTo>
                  <a:pt x="20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A7A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"/>
          <p:cNvSpPr/>
          <p:nvPr/>
        </p:nvSpPr>
        <p:spPr>
          <a:xfrm>
            <a:off x="4816475" y="3848100"/>
            <a:ext cx="31750" cy="15875"/>
          </a:xfrm>
          <a:custGeom>
            <a:rect b="b" l="l" r="r" t="t"/>
            <a:pathLst>
              <a:path extrusionOk="0" h="9" w="20">
                <a:moveTo>
                  <a:pt x="0" y="0"/>
                </a:moveTo>
                <a:lnTo>
                  <a:pt x="20" y="0"/>
                </a:lnTo>
                <a:lnTo>
                  <a:pt x="2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" y="0"/>
                </a:lnTo>
                <a:lnTo>
                  <a:pt x="10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7"/>
          <p:cNvSpPr/>
          <p:nvPr/>
        </p:nvSpPr>
        <p:spPr>
          <a:xfrm>
            <a:off x="4816475" y="3848100"/>
            <a:ext cx="15875" cy="7937"/>
          </a:xfrm>
          <a:custGeom>
            <a:rect b="b" l="l" r="r" t="t"/>
            <a:pathLst>
              <a:path extrusionOk="0" h="4" w="10">
                <a:moveTo>
                  <a:pt x="0" y="0"/>
                </a:moveTo>
                <a:lnTo>
                  <a:pt x="10" y="0"/>
                </a:lnTo>
                <a:lnTo>
                  <a:pt x="10" y="4"/>
                </a:lnTo>
                <a:lnTo>
                  <a:pt x="0" y="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7"/>
          <p:cNvSpPr/>
          <p:nvPr/>
        </p:nvSpPr>
        <p:spPr>
          <a:xfrm>
            <a:off x="4816475" y="3848100"/>
            <a:ext cx="65088" cy="22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7"/>
          <p:cNvSpPr/>
          <p:nvPr/>
        </p:nvSpPr>
        <p:spPr>
          <a:xfrm>
            <a:off x="4816475" y="3848100"/>
            <a:ext cx="65088" cy="22225"/>
          </a:xfrm>
          <a:custGeom>
            <a:rect b="b" l="l" r="r" t="t"/>
            <a:pathLst>
              <a:path extrusionOk="0" h="13" w="41">
                <a:moveTo>
                  <a:pt x="0" y="0"/>
                </a:moveTo>
                <a:lnTo>
                  <a:pt x="41" y="0"/>
                </a:lnTo>
                <a:lnTo>
                  <a:pt x="41" y="13"/>
                </a:lnTo>
                <a:lnTo>
                  <a:pt x="0" y="13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30" y="0"/>
                </a:lnTo>
                <a:lnTo>
                  <a:pt x="30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7"/>
          <p:cNvSpPr/>
          <p:nvPr/>
        </p:nvSpPr>
        <p:spPr>
          <a:xfrm>
            <a:off x="4816475" y="3848100"/>
            <a:ext cx="47625" cy="15875"/>
          </a:xfrm>
          <a:custGeom>
            <a:rect b="b" l="l" r="r" t="t"/>
            <a:pathLst>
              <a:path extrusionOk="0" h="9" w="30">
                <a:moveTo>
                  <a:pt x="0" y="0"/>
                </a:moveTo>
                <a:lnTo>
                  <a:pt x="30" y="0"/>
                </a:lnTo>
                <a:lnTo>
                  <a:pt x="3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20" y="0"/>
                </a:lnTo>
                <a:lnTo>
                  <a:pt x="20" y="9"/>
                </a:ln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A7A7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7"/>
          <p:cNvSpPr/>
          <p:nvPr/>
        </p:nvSpPr>
        <p:spPr>
          <a:xfrm>
            <a:off x="4816475" y="3848100"/>
            <a:ext cx="31750" cy="15875"/>
          </a:xfrm>
          <a:custGeom>
            <a:rect b="b" l="l" r="r" t="t"/>
            <a:pathLst>
              <a:path extrusionOk="0" h="9" w="20">
                <a:moveTo>
                  <a:pt x="0" y="0"/>
                </a:moveTo>
                <a:lnTo>
                  <a:pt x="20" y="0"/>
                </a:lnTo>
                <a:lnTo>
                  <a:pt x="20" y="9"/>
                </a:lnTo>
                <a:lnTo>
                  <a:pt x="0" y="9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0" y="0"/>
                </a:lnTo>
                <a:lnTo>
                  <a:pt x="10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7"/>
          <p:cNvSpPr/>
          <p:nvPr/>
        </p:nvSpPr>
        <p:spPr>
          <a:xfrm>
            <a:off x="4816475" y="3848100"/>
            <a:ext cx="15875" cy="7937"/>
          </a:xfrm>
          <a:custGeom>
            <a:rect b="b" l="l" r="r" t="t"/>
            <a:pathLst>
              <a:path extrusionOk="0" h="4" w="10">
                <a:moveTo>
                  <a:pt x="0" y="0"/>
                </a:moveTo>
                <a:lnTo>
                  <a:pt x="10" y="0"/>
                </a:lnTo>
                <a:lnTo>
                  <a:pt x="10" y="4"/>
                </a:lnTo>
                <a:lnTo>
                  <a:pt x="0" y="4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7"/>
          <p:cNvSpPr/>
          <p:nvPr/>
        </p:nvSpPr>
        <p:spPr>
          <a:xfrm>
            <a:off x="4816475" y="3848100"/>
            <a:ext cx="65088" cy="222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7"/>
          <p:cNvSpPr/>
          <p:nvPr/>
        </p:nvSpPr>
        <p:spPr>
          <a:xfrm>
            <a:off x="4781550" y="3773487"/>
            <a:ext cx="542925" cy="171450"/>
          </a:xfrm>
          <a:custGeom>
            <a:rect b="b" l="l" r="r" t="t"/>
            <a:pathLst>
              <a:path extrusionOk="0" h="102" w="342">
                <a:moveTo>
                  <a:pt x="10" y="102"/>
                </a:moveTo>
                <a:lnTo>
                  <a:pt x="10" y="93"/>
                </a:lnTo>
                <a:lnTo>
                  <a:pt x="0" y="93"/>
                </a:lnTo>
                <a:lnTo>
                  <a:pt x="0" y="36"/>
                </a:lnTo>
                <a:lnTo>
                  <a:pt x="40" y="0"/>
                </a:lnTo>
                <a:lnTo>
                  <a:pt x="342" y="0"/>
                </a:lnTo>
                <a:lnTo>
                  <a:pt x="342" y="58"/>
                </a:lnTo>
                <a:lnTo>
                  <a:pt x="296" y="102"/>
                </a:lnTo>
                <a:lnTo>
                  <a:pt x="10" y="102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0" name="Google Shape;500;p7"/>
          <p:cNvGrpSpPr/>
          <p:nvPr/>
        </p:nvGrpSpPr>
        <p:grpSpPr>
          <a:xfrm>
            <a:off x="1325563" y="3140075"/>
            <a:ext cx="2198687" cy="355600"/>
            <a:chOff x="835" y="1095"/>
            <a:chExt cx="1385" cy="224"/>
          </a:xfrm>
        </p:grpSpPr>
        <p:sp>
          <p:nvSpPr>
            <p:cNvPr id="501" name="Google Shape;501;p7"/>
            <p:cNvSpPr/>
            <p:nvPr/>
          </p:nvSpPr>
          <p:spPr>
            <a:xfrm>
              <a:off x="835" y="1095"/>
              <a:ext cx="1212" cy="22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888" y="1114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1445" y="1116"/>
              <a:ext cx="355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10.0.1.2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882" y="1207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1442" y="1205"/>
              <a:ext cx="487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64.236.24.4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6" name="Google Shape;506;p7"/>
            <p:cNvCxnSpPr/>
            <p:nvPr/>
          </p:nvCxnSpPr>
          <p:spPr>
            <a:xfrm>
              <a:off x="2046" y="1206"/>
              <a:ext cx="174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07" name="Google Shape;507;p7"/>
          <p:cNvGrpSpPr/>
          <p:nvPr/>
        </p:nvGrpSpPr>
        <p:grpSpPr>
          <a:xfrm>
            <a:off x="4040188" y="3140075"/>
            <a:ext cx="2198687" cy="355600"/>
            <a:chOff x="835" y="1095"/>
            <a:chExt cx="1385" cy="224"/>
          </a:xfrm>
        </p:grpSpPr>
        <p:sp>
          <p:nvSpPr>
            <p:cNvPr id="508" name="Google Shape;508;p7"/>
            <p:cNvSpPr/>
            <p:nvPr/>
          </p:nvSpPr>
          <p:spPr>
            <a:xfrm>
              <a:off x="835" y="1095"/>
              <a:ext cx="1212" cy="22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888" y="1114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1445" y="1116"/>
              <a:ext cx="355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10.0.1.2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882" y="1207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1442" y="1205"/>
              <a:ext cx="487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64.236.24.4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3" name="Google Shape;513;p7"/>
            <p:cNvCxnSpPr/>
            <p:nvPr/>
          </p:nvCxnSpPr>
          <p:spPr>
            <a:xfrm>
              <a:off x="2046" y="1206"/>
              <a:ext cx="174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14" name="Google Shape;514;p7"/>
          <p:cNvGrpSpPr/>
          <p:nvPr/>
        </p:nvGrpSpPr>
        <p:grpSpPr>
          <a:xfrm>
            <a:off x="4043363" y="3136900"/>
            <a:ext cx="2198687" cy="355600"/>
            <a:chOff x="835" y="1095"/>
            <a:chExt cx="1385" cy="224"/>
          </a:xfrm>
        </p:grpSpPr>
        <p:sp>
          <p:nvSpPr>
            <p:cNvPr id="515" name="Google Shape;515;p7"/>
            <p:cNvSpPr/>
            <p:nvPr/>
          </p:nvSpPr>
          <p:spPr>
            <a:xfrm>
              <a:off x="835" y="1095"/>
              <a:ext cx="1212" cy="22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888" y="1114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1445" y="1116"/>
              <a:ext cx="575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b="1" lang="en-US" sz="1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128.143.71.21</a:t>
              </a:r>
              <a:endParaRPr b="1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882" y="1207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1442" y="1205"/>
              <a:ext cx="487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64.236.24.4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0" name="Google Shape;520;p7"/>
            <p:cNvCxnSpPr/>
            <p:nvPr/>
          </p:nvCxnSpPr>
          <p:spPr>
            <a:xfrm>
              <a:off x="2046" y="1206"/>
              <a:ext cx="174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1" name="Google Shape;521;p7"/>
          <p:cNvGrpSpPr/>
          <p:nvPr/>
        </p:nvGrpSpPr>
        <p:grpSpPr>
          <a:xfrm>
            <a:off x="6459538" y="3187700"/>
            <a:ext cx="2198687" cy="355600"/>
            <a:chOff x="835" y="1095"/>
            <a:chExt cx="1385" cy="224"/>
          </a:xfrm>
        </p:grpSpPr>
        <p:sp>
          <p:nvSpPr>
            <p:cNvPr id="522" name="Google Shape;522;p7"/>
            <p:cNvSpPr/>
            <p:nvPr/>
          </p:nvSpPr>
          <p:spPr>
            <a:xfrm>
              <a:off x="835" y="1095"/>
              <a:ext cx="1212" cy="22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888" y="1114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1445" y="1116"/>
              <a:ext cx="575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b="1" lang="en-US" sz="1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128.143.71.21</a:t>
              </a:r>
              <a:endParaRPr b="1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882" y="1207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1442" y="1205"/>
              <a:ext cx="487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64.236.24.4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7" name="Google Shape;527;p7"/>
            <p:cNvCxnSpPr/>
            <p:nvPr/>
          </p:nvCxnSpPr>
          <p:spPr>
            <a:xfrm>
              <a:off x="2046" y="1206"/>
              <a:ext cx="174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8" name="Google Shape;528;p7"/>
          <p:cNvGrpSpPr/>
          <p:nvPr/>
        </p:nvGrpSpPr>
        <p:grpSpPr>
          <a:xfrm>
            <a:off x="6062663" y="4251325"/>
            <a:ext cx="2236787" cy="349250"/>
            <a:chOff x="3819" y="1795"/>
            <a:chExt cx="1409" cy="220"/>
          </a:xfrm>
        </p:grpSpPr>
        <p:grpSp>
          <p:nvGrpSpPr>
            <p:cNvPr id="529" name="Google Shape;529;p7"/>
            <p:cNvGrpSpPr/>
            <p:nvPr/>
          </p:nvGrpSpPr>
          <p:grpSpPr>
            <a:xfrm>
              <a:off x="3991" y="1795"/>
              <a:ext cx="1237" cy="220"/>
              <a:chOff x="3991" y="1795"/>
              <a:chExt cx="1237" cy="220"/>
            </a:xfrm>
          </p:grpSpPr>
          <p:sp>
            <p:nvSpPr>
              <p:cNvPr id="530" name="Google Shape;530;p7"/>
              <p:cNvSpPr/>
              <p:nvPr/>
            </p:nvSpPr>
            <p:spPr>
              <a:xfrm>
                <a:off x="3991" y="1795"/>
                <a:ext cx="1237" cy="220"/>
              </a:xfrm>
              <a:prstGeom prst="rect">
                <a:avLst/>
              </a:prstGeom>
              <a:solidFill>
                <a:srgbClr val="FFFF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7"/>
              <p:cNvSpPr/>
              <p:nvPr/>
            </p:nvSpPr>
            <p:spPr>
              <a:xfrm>
                <a:off x="4021" y="1809"/>
                <a:ext cx="298" cy="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Source</a:t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7"/>
              <p:cNvSpPr/>
              <p:nvPr/>
            </p:nvSpPr>
            <p:spPr>
              <a:xfrm>
                <a:off x="4530" y="1805"/>
                <a:ext cx="509" cy="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=  64.236.24.4</a:t>
                </a:r>
                <a:endParaRPr/>
              </a:p>
            </p:txBody>
          </p:sp>
          <p:sp>
            <p:nvSpPr>
              <p:cNvPr id="533" name="Google Shape;533;p7"/>
              <p:cNvSpPr/>
              <p:nvPr/>
            </p:nvSpPr>
            <p:spPr>
              <a:xfrm>
                <a:off x="4021" y="1903"/>
                <a:ext cx="463" cy="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Destination</a:t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7"/>
              <p:cNvSpPr/>
              <p:nvPr/>
            </p:nvSpPr>
            <p:spPr>
              <a:xfrm>
                <a:off x="4538" y="1903"/>
                <a:ext cx="531" cy="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lang="en-US"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= 128.59.16.21</a:t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35" name="Google Shape;535;p7"/>
            <p:cNvCxnSpPr/>
            <p:nvPr/>
          </p:nvCxnSpPr>
          <p:spPr>
            <a:xfrm rot="10800000">
              <a:off x="3819" y="1904"/>
              <a:ext cx="173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36" name="Google Shape;536;p7"/>
          <p:cNvGrpSpPr/>
          <p:nvPr/>
        </p:nvGrpSpPr>
        <p:grpSpPr>
          <a:xfrm>
            <a:off x="1123950" y="4238625"/>
            <a:ext cx="2241550" cy="349250"/>
            <a:chOff x="708" y="1787"/>
            <a:chExt cx="1412" cy="220"/>
          </a:xfrm>
        </p:grpSpPr>
        <p:sp>
          <p:nvSpPr>
            <p:cNvPr id="537" name="Google Shape;537;p7"/>
            <p:cNvSpPr/>
            <p:nvPr/>
          </p:nvSpPr>
          <p:spPr>
            <a:xfrm>
              <a:off x="883" y="1787"/>
              <a:ext cx="1237" cy="220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913" y="1801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1422" y="1797"/>
              <a:ext cx="509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 64.236.24.4</a:t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913" y="1895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1430" y="1895"/>
              <a:ext cx="355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b="1" lang="en-US" sz="1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10.0.0.2</a:t>
              </a:r>
              <a:endParaRPr b="1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2" name="Google Shape;542;p7"/>
            <p:cNvCxnSpPr/>
            <p:nvPr/>
          </p:nvCxnSpPr>
          <p:spPr>
            <a:xfrm rot="10800000">
              <a:off x="708" y="1890"/>
              <a:ext cx="176" cy="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3" name="Google Shape;543;p7"/>
          <p:cNvGrpSpPr/>
          <p:nvPr/>
        </p:nvGrpSpPr>
        <p:grpSpPr>
          <a:xfrm>
            <a:off x="3790950" y="4140200"/>
            <a:ext cx="2260600" cy="503237"/>
            <a:chOff x="2388" y="1725"/>
            <a:chExt cx="1424" cy="317"/>
          </a:xfrm>
        </p:grpSpPr>
        <p:cxnSp>
          <p:nvCxnSpPr>
            <p:cNvPr id="544" name="Google Shape;544;p7"/>
            <p:cNvCxnSpPr/>
            <p:nvPr/>
          </p:nvCxnSpPr>
          <p:spPr>
            <a:xfrm flipH="1" rot="10800000">
              <a:off x="3169" y="1959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7"/>
            <p:cNvCxnSpPr/>
            <p:nvPr/>
          </p:nvCxnSpPr>
          <p:spPr>
            <a:xfrm flipH="1" rot="10800000">
              <a:off x="3169" y="1925"/>
              <a:ext cx="1" cy="1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7"/>
            <p:cNvCxnSpPr/>
            <p:nvPr/>
          </p:nvCxnSpPr>
          <p:spPr>
            <a:xfrm flipH="1" rot="10800000">
              <a:off x="3169" y="1893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7"/>
            <p:cNvCxnSpPr/>
            <p:nvPr/>
          </p:nvCxnSpPr>
          <p:spPr>
            <a:xfrm flipH="1" rot="10800000">
              <a:off x="3169" y="1859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7"/>
            <p:cNvCxnSpPr/>
            <p:nvPr/>
          </p:nvCxnSpPr>
          <p:spPr>
            <a:xfrm flipH="1" rot="10800000">
              <a:off x="3169" y="1826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7"/>
            <p:cNvCxnSpPr/>
            <p:nvPr/>
          </p:nvCxnSpPr>
          <p:spPr>
            <a:xfrm flipH="1" rot="10800000">
              <a:off x="3169" y="1792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7"/>
            <p:cNvCxnSpPr/>
            <p:nvPr/>
          </p:nvCxnSpPr>
          <p:spPr>
            <a:xfrm flipH="1" rot="10800000">
              <a:off x="3169" y="1759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7"/>
            <p:cNvCxnSpPr/>
            <p:nvPr/>
          </p:nvCxnSpPr>
          <p:spPr>
            <a:xfrm flipH="1" rot="10800000">
              <a:off x="3169" y="1725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7"/>
            <p:cNvCxnSpPr/>
            <p:nvPr/>
          </p:nvCxnSpPr>
          <p:spPr>
            <a:xfrm flipH="1" rot="10800000">
              <a:off x="3169" y="2026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Google Shape;553;p7"/>
            <p:cNvCxnSpPr/>
            <p:nvPr/>
          </p:nvCxnSpPr>
          <p:spPr>
            <a:xfrm flipH="1" rot="10800000">
              <a:off x="3169" y="1992"/>
              <a:ext cx="1" cy="1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4" name="Google Shape;554;p7"/>
            <p:cNvSpPr/>
            <p:nvPr/>
          </p:nvSpPr>
          <p:spPr>
            <a:xfrm>
              <a:off x="3244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244" y="1822"/>
              <a:ext cx="5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44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254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254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254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269" y="1822"/>
              <a:ext cx="11" cy="27"/>
            </a:xfrm>
            <a:custGeom>
              <a:rect b="b" l="l" r="r" t="t"/>
              <a:pathLst>
                <a:path extrusionOk="0" h="5" w="11">
                  <a:moveTo>
                    <a:pt x="0" y="0"/>
                  </a:moveTo>
                  <a:lnTo>
                    <a:pt x="11" y="0"/>
                  </a:lnTo>
                  <a:lnTo>
                    <a:pt x="11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269" y="1822"/>
              <a:ext cx="11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269" y="1822"/>
              <a:ext cx="11" cy="27"/>
            </a:xfrm>
            <a:custGeom>
              <a:rect b="b" l="l" r="r" t="t"/>
              <a:pathLst>
                <a:path extrusionOk="0" h="5" w="11">
                  <a:moveTo>
                    <a:pt x="0" y="0"/>
                  </a:moveTo>
                  <a:lnTo>
                    <a:pt x="11" y="0"/>
                  </a:lnTo>
                  <a:lnTo>
                    <a:pt x="11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280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3280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3280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3295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3295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3295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3310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3310" y="1822"/>
              <a:ext cx="5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3310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3321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3321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3321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3336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3336" y="1822"/>
              <a:ext cx="5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3336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2575" y="1803"/>
              <a:ext cx="1237" cy="220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2605" y="1817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3114" y="1813"/>
              <a:ext cx="509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 64.236.24.4</a:t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2605" y="1911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3122" y="1911"/>
              <a:ext cx="531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128.59.16.21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3" name="Google Shape;583;p7"/>
            <p:cNvCxnSpPr/>
            <p:nvPr/>
          </p:nvCxnSpPr>
          <p:spPr>
            <a:xfrm rot="10800000">
              <a:off x="2388" y="1906"/>
              <a:ext cx="188" cy="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4" name="Google Shape;584;p7"/>
            <p:cNvSpPr/>
            <p:nvPr/>
          </p:nvSpPr>
          <p:spPr>
            <a:xfrm>
              <a:off x="2575" y="1803"/>
              <a:ext cx="1237" cy="220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2605" y="1817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3114" y="1813"/>
              <a:ext cx="509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 64.236.24.4</a:t>
              </a: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2605" y="1911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3122" y="1911"/>
              <a:ext cx="531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128.59.16.21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7"/>
          <p:cNvGrpSpPr/>
          <p:nvPr/>
        </p:nvGrpSpPr>
        <p:grpSpPr>
          <a:xfrm>
            <a:off x="3790950" y="4140200"/>
            <a:ext cx="2260600" cy="503237"/>
            <a:chOff x="2388" y="1725"/>
            <a:chExt cx="1424" cy="317"/>
          </a:xfrm>
        </p:grpSpPr>
        <p:cxnSp>
          <p:nvCxnSpPr>
            <p:cNvPr id="590" name="Google Shape;590;p7"/>
            <p:cNvCxnSpPr/>
            <p:nvPr/>
          </p:nvCxnSpPr>
          <p:spPr>
            <a:xfrm flipH="1" rot="10800000">
              <a:off x="3169" y="1959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7"/>
            <p:cNvCxnSpPr/>
            <p:nvPr/>
          </p:nvCxnSpPr>
          <p:spPr>
            <a:xfrm flipH="1" rot="10800000">
              <a:off x="3169" y="1925"/>
              <a:ext cx="1" cy="1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7"/>
            <p:cNvCxnSpPr/>
            <p:nvPr/>
          </p:nvCxnSpPr>
          <p:spPr>
            <a:xfrm flipH="1" rot="10800000">
              <a:off x="3169" y="1893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7"/>
            <p:cNvCxnSpPr/>
            <p:nvPr/>
          </p:nvCxnSpPr>
          <p:spPr>
            <a:xfrm flipH="1" rot="10800000">
              <a:off x="3169" y="1859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7"/>
            <p:cNvCxnSpPr/>
            <p:nvPr/>
          </p:nvCxnSpPr>
          <p:spPr>
            <a:xfrm flipH="1" rot="10800000">
              <a:off x="3169" y="1826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7"/>
            <p:cNvCxnSpPr/>
            <p:nvPr/>
          </p:nvCxnSpPr>
          <p:spPr>
            <a:xfrm flipH="1" rot="10800000">
              <a:off x="3169" y="1792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7"/>
            <p:cNvCxnSpPr/>
            <p:nvPr/>
          </p:nvCxnSpPr>
          <p:spPr>
            <a:xfrm flipH="1" rot="10800000">
              <a:off x="3169" y="1759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7"/>
            <p:cNvCxnSpPr/>
            <p:nvPr/>
          </p:nvCxnSpPr>
          <p:spPr>
            <a:xfrm flipH="1" rot="10800000">
              <a:off x="3169" y="1725"/>
              <a:ext cx="1" cy="17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8" name="Google Shape;598;p7"/>
            <p:cNvCxnSpPr/>
            <p:nvPr/>
          </p:nvCxnSpPr>
          <p:spPr>
            <a:xfrm flipH="1" rot="10800000">
              <a:off x="3169" y="2026"/>
              <a:ext cx="1" cy="1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7"/>
            <p:cNvCxnSpPr/>
            <p:nvPr/>
          </p:nvCxnSpPr>
          <p:spPr>
            <a:xfrm flipH="1" rot="10800000">
              <a:off x="3169" y="1992"/>
              <a:ext cx="1" cy="1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0" name="Google Shape;600;p7"/>
            <p:cNvSpPr/>
            <p:nvPr/>
          </p:nvSpPr>
          <p:spPr>
            <a:xfrm>
              <a:off x="3244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3244" y="1822"/>
              <a:ext cx="5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3244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3254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3254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3254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3269" y="1822"/>
              <a:ext cx="11" cy="27"/>
            </a:xfrm>
            <a:custGeom>
              <a:rect b="b" l="l" r="r" t="t"/>
              <a:pathLst>
                <a:path extrusionOk="0" h="5" w="11">
                  <a:moveTo>
                    <a:pt x="0" y="0"/>
                  </a:moveTo>
                  <a:lnTo>
                    <a:pt x="11" y="0"/>
                  </a:lnTo>
                  <a:lnTo>
                    <a:pt x="11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3269" y="1822"/>
              <a:ext cx="11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3269" y="1822"/>
              <a:ext cx="11" cy="27"/>
            </a:xfrm>
            <a:custGeom>
              <a:rect b="b" l="l" r="r" t="t"/>
              <a:pathLst>
                <a:path extrusionOk="0" h="5" w="11">
                  <a:moveTo>
                    <a:pt x="0" y="0"/>
                  </a:moveTo>
                  <a:lnTo>
                    <a:pt x="11" y="0"/>
                  </a:lnTo>
                  <a:lnTo>
                    <a:pt x="11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3280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3280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3280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3295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3295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3295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3310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3310" y="1822"/>
              <a:ext cx="5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3310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3321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3321" y="1822"/>
              <a:ext cx="10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3321" y="1822"/>
              <a:ext cx="10" cy="27"/>
            </a:xfrm>
            <a:custGeom>
              <a:rect b="b" l="l" r="r" t="t"/>
              <a:pathLst>
                <a:path extrusionOk="0" h="5" w="10">
                  <a:moveTo>
                    <a:pt x="0" y="0"/>
                  </a:moveTo>
                  <a:lnTo>
                    <a:pt x="10" y="0"/>
                  </a:lnTo>
                  <a:lnTo>
                    <a:pt x="10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3336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3336" y="1822"/>
              <a:ext cx="5" cy="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3336" y="1822"/>
              <a:ext cx="5" cy="27"/>
            </a:xfrm>
            <a:custGeom>
              <a:rect b="b" l="l" r="r" t="t"/>
              <a:pathLst>
                <a:path extrusionOk="0" h="5" w="5">
                  <a:moveTo>
                    <a:pt x="0" y="0"/>
                  </a:move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2575" y="1803"/>
              <a:ext cx="1237" cy="220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2605" y="1817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3114" y="1813"/>
              <a:ext cx="509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 64.236.24.4</a:t>
              </a: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2605" y="1911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3122" y="1911"/>
              <a:ext cx="531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128.59.16.21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9" name="Google Shape;629;p7"/>
            <p:cNvCxnSpPr/>
            <p:nvPr/>
          </p:nvCxnSpPr>
          <p:spPr>
            <a:xfrm rot="10800000">
              <a:off x="2388" y="1906"/>
              <a:ext cx="188" cy="6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30" name="Google Shape;630;p7"/>
            <p:cNvSpPr/>
            <p:nvPr/>
          </p:nvSpPr>
          <p:spPr>
            <a:xfrm>
              <a:off x="2575" y="1803"/>
              <a:ext cx="1237" cy="220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2605" y="1817"/>
              <a:ext cx="298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3114" y="1813"/>
              <a:ext cx="509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 64.236.24.4</a:t>
              </a: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2605" y="1911"/>
              <a:ext cx="463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Destination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3122" y="1911"/>
              <a:ext cx="355" cy="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= 10.0.0.2</a:t>
              </a:r>
              <a:endParaRPr b="1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641" name="Google Shape;641;p8"/>
          <p:cNvSpPr txBox="1"/>
          <p:nvPr>
            <p:ph idx="1" type="body"/>
          </p:nvPr>
        </p:nvSpPr>
        <p:spPr>
          <a:xfrm>
            <a:off x="152400" y="16002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VPN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Virtual Private Networks (VPNs)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 Virtual Private Network (VPN) can be viewed as a private network which is connected through a public network.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Private Networks (VPNs) are used to connect LANs together across the Internet.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Using Virtual Private Network (VPN) technologies, remote users can connect to enterprise network securely over the public internet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This encrypted connection helps ensure that sensitive data is safely transmitted.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It prevents unauthorized people from eavesdropping on the traffic and allows the user to conduct work remotely.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648" name="Google Shape;648;p9"/>
          <p:cNvSpPr txBox="1"/>
          <p:nvPr>
            <p:ph idx="1" type="body"/>
          </p:nvPr>
        </p:nvSpPr>
        <p:spPr>
          <a:xfrm>
            <a:off x="152400" y="16002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VPN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Virtual Private Networks (VPNs)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Private Network (VPN) connections use either Point-to-Point Tunneling Protocol (PPTP) or Layer Two Tunneling Protocol/Internet Protocol security (L2TP/IPSec) over internet.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PPTP was created by Microsoft and available since Windows NT 4.0 Routing and Remote Access Services.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Point-to-Point Tunneling Protocol (PPTP) encrypts the data it encapsulates, but the header is not encrypted.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655" name="Google Shape;655;p10"/>
          <p:cNvSpPr txBox="1"/>
          <p:nvPr>
            <p:ph idx="1" type="body"/>
          </p:nvPr>
        </p:nvSpPr>
        <p:spPr>
          <a:xfrm>
            <a:off x="152400" y="16002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VPN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Virtual Private Networks (VPNs)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IPSec encrypts the entire L2TP packet. A advantage of L2TP over PPTP is that eavesdroppers cannot identify that a VPN is in use, because IPSec encrypts the L2TP header information also.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Hence, L2TP/IPSec protocol is much more secure than Point-to-Point Tunneling Protocol (PPTP).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662" name="Google Shape;662;p11"/>
          <p:cNvSpPr txBox="1"/>
          <p:nvPr>
            <p:ph idx="1" type="body"/>
          </p:nvPr>
        </p:nvSpPr>
        <p:spPr>
          <a:xfrm>
            <a:off x="152400" y="16002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Technologies: VPN</a:t>
            </a:r>
            <a:endParaRPr/>
          </a:p>
        </p:txBody>
      </p:sp>
      <p:pic>
        <p:nvPicPr>
          <p:cNvPr id="663" name="Google Shape;6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286000"/>
            <a:ext cx="7543800" cy="2326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2"/>
          <p:cNvSpPr txBox="1"/>
          <p:nvPr>
            <p:ph idx="1" type="body"/>
          </p:nvPr>
        </p:nvSpPr>
        <p:spPr>
          <a:xfrm>
            <a:off x="155620" y="1600200"/>
            <a:ext cx="883598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Firewall</a:t>
            </a:r>
            <a:endParaRPr sz="2800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Typically used to filter packets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Sometimes called a packet filter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Designed to prevent malicious packets from entering the network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firewall can be software-based or hardware-based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Hardware firewalls usually are located outside the network security perimeter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As the first line of defense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Configuring Windows Firewall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670" name="Google Shape;670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3"/>
          <p:cNvSpPr txBox="1"/>
          <p:nvPr>
            <p:ph idx="1" type="body"/>
          </p:nvPr>
        </p:nvSpPr>
        <p:spPr>
          <a:xfrm>
            <a:off x="155620" y="1600200"/>
            <a:ext cx="883598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Firewall</a:t>
            </a:r>
            <a:endParaRPr sz="2800"/>
          </a:p>
        </p:txBody>
      </p:sp>
      <p:sp>
        <p:nvSpPr>
          <p:cNvPr id="677" name="Google Shape;677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678" name="Google Shape;6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0"/>
            <a:ext cx="8306959" cy="399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4"/>
          <p:cNvSpPr txBox="1"/>
          <p:nvPr>
            <p:ph idx="1" type="body"/>
          </p:nvPr>
        </p:nvSpPr>
        <p:spPr>
          <a:xfrm>
            <a:off x="152400" y="1614152"/>
            <a:ext cx="8839200" cy="516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Firewall</a:t>
            </a:r>
            <a:endParaRPr sz="2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basis of a firewall is a rule base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Establishes what action the firewall should take when it receives a packet (allow, block, and prompt)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Stateless packet filtering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Looks at the incoming packet and permits or denies it based strictly on the rule base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Stateful packet filtering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Keeps a record of the state of a connection between an internal computer and an external server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Then makes decisions based on the connection as well as the rule base</a:t>
            </a:r>
            <a:endParaRPr sz="2200"/>
          </a:p>
        </p:txBody>
      </p:sp>
      <p:sp>
        <p:nvSpPr>
          <p:cNvPr id="685" name="Google Shape;685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5"/>
          <p:cNvSpPr txBox="1"/>
          <p:nvPr>
            <p:ph idx="1" type="body"/>
          </p:nvPr>
        </p:nvSpPr>
        <p:spPr>
          <a:xfrm>
            <a:off x="152400" y="1614152"/>
            <a:ext cx="8839200" cy="516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Firewall</a:t>
            </a:r>
            <a:endParaRPr sz="2800"/>
          </a:p>
        </p:txBody>
      </p:sp>
      <p:sp>
        <p:nvSpPr>
          <p:cNvPr id="692" name="Google Shape;692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693" name="Google Shape;6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78" y="2211736"/>
            <a:ext cx="8554644" cy="3972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6"/>
          <p:cNvSpPr txBox="1"/>
          <p:nvPr>
            <p:ph idx="1" type="body"/>
          </p:nvPr>
        </p:nvSpPr>
        <p:spPr>
          <a:xfrm>
            <a:off x="152400" y="1614152"/>
            <a:ext cx="8839200" cy="516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Firewall</a:t>
            </a:r>
            <a:endParaRPr sz="2800"/>
          </a:p>
        </p:txBody>
      </p:sp>
      <p:sp>
        <p:nvSpPr>
          <p:cNvPr id="700" name="Google Shape;700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701" name="Google Shape;7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99" y="2209800"/>
            <a:ext cx="8611802" cy="4344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7"/>
          <p:cNvSpPr txBox="1"/>
          <p:nvPr>
            <p:ph idx="1" type="body"/>
          </p:nvPr>
        </p:nvSpPr>
        <p:spPr>
          <a:xfrm>
            <a:off x="152400" y="1614152"/>
            <a:ext cx="8839200" cy="516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Firewall</a:t>
            </a:r>
            <a:endParaRPr sz="2800"/>
          </a:p>
        </p:txBody>
      </p:sp>
      <p:sp>
        <p:nvSpPr>
          <p:cNvPr id="708" name="Google Shape;708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709" name="Google Shape;7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209800"/>
            <a:ext cx="7467600" cy="4302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8"/>
          <p:cNvSpPr txBox="1"/>
          <p:nvPr>
            <p:ph idx="1" type="body"/>
          </p:nvPr>
        </p:nvSpPr>
        <p:spPr>
          <a:xfrm>
            <a:off x="76200" y="15240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Firewall</a:t>
            </a:r>
            <a:endParaRPr sz="2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Personal software firewalls have gradually improved their functionality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Most personal software firewalls today also filter outbound traffic as well as inbound traffic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Protects users by preventing malware from connecting to other computers and spreading</a:t>
            </a:r>
            <a:endParaRPr/>
          </a:p>
        </p:txBody>
      </p:sp>
      <p:sp>
        <p:nvSpPr>
          <p:cNvPr id="716" name="Google Shape;716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717" name="Google Shape;7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361010"/>
            <a:ext cx="7448550" cy="2468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724" name="Google Shape;7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600200"/>
            <a:ext cx="6864081" cy="518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0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Proxy server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computer system (or an application program) that intercepts internal user requests and then processes that request on behalf of the user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Clients cannot connect directly to the Internet, requests go to Proxy, which fetches the content (if it's permitted)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Goal is to hide the IP address of client systems inside the secure network</a:t>
            </a:r>
            <a:endParaRPr sz="3200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Reverse proxy: Does not serve clients but instead routes incoming requests to the correct server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731" name="Google Shape;731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descr="Screen Shot 2014-12-22 at 9.36.54 AM.png" id="732" name="Google Shape;7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9400" y="5356965"/>
            <a:ext cx="3784600" cy="150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1"/>
          <p:cNvSpPr txBox="1"/>
          <p:nvPr>
            <p:ph idx="1" type="body"/>
          </p:nvPr>
        </p:nvSpPr>
        <p:spPr>
          <a:xfrm>
            <a:off x="152400" y="1614152"/>
            <a:ext cx="8839200" cy="516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/>
              <a:t>Applying Network Security Devices: </a:t>
            </a:r>
            <a:r>
              <a:rPr b="1" lang="en-US" sz="2800"/>
              <a:t>Proxy server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739" name="Google Shape;739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pic>
        <p:nvPicPr>
          <p:cNvPr id="740" name="Google Shape;7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99" y="2209800"/>
            <a:ext cx="8611802" cy="4267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2"/>
          <p:cNvSpPr txBox="1"/>
          <p:nvPr>
            <p:ph idx="1" type="body"/>
          </p:nvPr>
        </p:nvSpPr>
        <p:spPr>
          <a:xfrm>
            <a:off x="76200" y="1524000"/>
            <a:ext cx="8915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Applying Network Security Devices: Proxy server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Caching Proxy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If many clients request the same page, such as yahoo.com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The proxy only fetches one copy, and distributes it to all the clients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Makes network seem faster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747" name="Google Shape;747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