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jPevieslYopQwXYWyH2jkM47AI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Infectious</a:t>
            </a:r>
            <a:r>
              <a:rPr lang="en-US"/>
              <a:t>: communicable, transmittable, transferable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computing, a loadable kernel module (LKM) is </a:t>
            </a:r>
            <a:r>
              <a:rPr b="1" lang="en-US"/>
              <a:t>an object file that contains code to extend the running kernel, or so-called base kernel, of an operating system</a:t>
            </a:r>
            <a:r>
              <a:rPr lang="en-US"/>
              <a:t>. LKMs are typically used to add support for new hardware (as device drivers) and/or filesystems, or for adding system calls.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7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8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2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Different Types of Malwares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152400" y="1600200"/>
            <a:ext cx="8991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Malwares (Software based Attacks)?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Malware Symptoms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Types of Malwares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Infecting Malware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Viruses (</a:t>
            </a:r>
            <a:r>
              <a:rPr lang="en-US" sz="2000"/>
              <a:t>when that file is opened</a:t>
            </a:r>
            <a:r>
              <a:rPr lang="en-US" sz="2000"/>
              <a:t>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Worms (without user action)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Concealing Malware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Trojan Horses (disguised as safe or useful </a:t>
            </a:r>
            <a:r>
              <a:rPr lang="en-US" sz="2000"/>
              <a:t>software)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Rootkits (malicious activity by altering the operating system)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Privilege escalation 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Types of Malwares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Malware for Profit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Spam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Spyware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Adware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Key-logger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Botnet and Zombie</a:t>
            </a:r>
            <a:endParaRPr/>
          </a:p>
          <a:p>
            <a:pPr indent="-342900" lvl="2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Hardware based Attacks</a:t>
            </a:r>
            <a:endParaRPr/>
          </a:p>
          <a:p>
            <a:pPr indent="-342900" lvl="3" marL="80010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Bois</a:t>
            </a:r>
            <a:endParaRPr/>
          </a:p>
          <a:p>
            <a:pPr indent="-342900" lvl="3" marL="80010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USB Devices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What is Malwares (Software based Attacks)?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Malicious software, or malware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Software that enters a computer system without the owner’s </a:t>
            </a:r>
            <a:r>
              <a:rPr lang="en-US" sz="2400" u="sng"/>
              <a:t>knowledge</a:t>
            </a:r>
            <a:r>
              <a:rPr lang="en-US" sz="2400"/>
              <a:t> or </a:t>
            </a:r>
            <a:r>
              <a:rPr lang="en-US" sz="2400" u="sng"/>
              <a:t>permission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Malware is a general term that refers to a wide variety of </a:t>
            </a:r>
            <a:r>
              <a:rPr lang="en-US" sz="2400" u="sng"/>
              <a:t>damaging software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three primary objectives of malware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To</a:t>
            </a:r>
            <a:r>
              <a:rPr lang="en-US" sz="2400" u="sng"/>
              <a:t> infect</a:t>
            </a:r>
            <a:r>
              <a:rPr lang="en-US" sz="2400"/>
              <a:t> a computer system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Conceal</a:t>
            </a:r>
            <a:r>
              <a:rPr lang="en-US" sz="2400"/>
              <a:t> the malware’s malicious actions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Bring profit</a:t>
            </a:r>
            <a:r>
              <a:rPr lang="en-US" sz="2400"/>
              <a:t> from the actions that it performs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Symptoms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Increased CPU</a:t>
            </a:r>
            <a:r>
              <a:rPr lang="en-US" sz="2400"/>
              <a:t> usage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Slow computer</a:t>
            </a:r>
            <a:r>
              <a:rPr lang="en-US" sz="2400"/>
              <a:t> or </a:t>
            </a:r>
            <a:r>
              <a:rPr lang="en-US" sz="2400" u="sng"/>
              <a:t>web browser</a:t>
            </a:r>
            <a:r>
              <a:rPr lang="en-US" sz="2400"/>
              <a:t> speeds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Problems connecting</a:t>
            </a:r>
            <a:r>
              <a:rPr lang="en-US" sz="2400"/>
              <a:t> to networks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Freezing</a:t>
            </a:r>
            <a:r>
              <a:rPr lang="en-US" sz="2400"/>
              <a:t> or crashing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Modified</a:t>
            </a:r>
            <a:r>
              <a:rPr lang="en-US" sz="2400"/>
              <a:t> or </a:t>
            </a:r>
            <a:r>
              <a:rPr lang="en-US" sz="2400" u="sng"/>
              <a:t>deleted</a:t>
            </a:r>
            <a:r>
              <a:rPr lang="en-US" sz="2400"/>
              <a:t> files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Malware Symptoms</a:t>
            </a:r>
            <a:endParaRPr b="1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Appearance of </a:t>
            </a:r>
            <a:r>
              <a:rPr lang="en-US" sz="2400" u="sng"/>
              <a:t>strange files</a:t>
            </a:r>
            <a:r>
              <a:rPr lang="en-US" sz="2400"/>
              <a:t>, </a:t>
            </a:r>
            <a:r>
              <a:rPr lang="en-US" sz="2400" u="sng"/>
              <a:t>programs</a:t>
            </a:r>
            <a:r>
              <a:rPr lang="en-US" sz="2400"/>
              <a:t>, or </a:t>
            </a:r>
            <a:r>
              <a:rPr lang="en-US" sz="2400" u="sng"/>
              <a:t>desktop icons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Programs running</a:t>
            </a:r>
            <a:r>
              <a:rPr lang="en-US" sz="2400"/>
              <a:t>, </a:t>
            </a:r>
            <a:r>
              <a:rPr lang="en-US" sz="2400" u="sng"/>
              <a:t>turning off</a:t>
            </a:r>
            <a:r>
              <a:rPr lang="en-US" sz="2400"/>
              <a:t>, or </a:t>
            </a:r>
            <a:r>
              <a:rPr lang="en-US" sz="2400" u="sng"/>
              <a:t>reconfiguring themselves</a:t>
            </a:r>
            <a:r>
              <a:rPr lang="en-US" sz="2400"/>
              <a:t> (malware will often reconfigure or </a:t>
            </a:r>
            <a:r>
              <a:rPr lang="en-US" sz="2400" u="sng"/>
              <a:t>turn off antivirus</a:t>
            </a:r>
            <a:r>
              <a:rPr lang="en-US" sz="2400"/>
              <a:t> and </a:t>
            </a:r>
            <a:r>
              <a:rPr lang="en-US" sz="2400" u="sng"/>
              <a:t>firewall</a:t>
            </a:r>
            <a:r>
              <a:rPr lang="en-US" sz="2400"/>
              <a:t> programs)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Strange computer behavior</a:t>
            </a:r>
            <a:endParaRPr u="sng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 u="sng"/>
              <a:t>Emails/messages being sent automatically</a:t>
            </a:r>
            <a:r>
              <a:rPr lang="en-US" sz="2400"/>
              <a:t> and without user’s knowledge (anyone receives a strange email from you that you did not send)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Viruses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Programs that secretly attach</a:t>
            </a:r>
            <a:r>
              <a:rPr lang="en-US" sz="2400"/>
              <a:t> to another document or program and execute when that document or </a:t>
            </a:r>
            <a:r>
              <a:rPr lang="en-US" sz="2400" u="sng"/>
              <a:t>program is opened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Once a virus infects</a:t>
            </a:r>
            <a:r>
              <a:rPr lang="en-US" sz="2400"/>
              <a:t> a computer, </a:t>
            </a:r>
            <a:r>
              <a:rPr lang="en-US" sz="2400" u="sng"/>
              <a:t>it performs</a:t>
            </a:r>
            <a:r>
              <a:rPr lang="en-US" sz="2400"/>
              <a:t> some </a:t>
            </a:r>
            <a:r>
              <a:rPr lang="en-US" sz="2400" u="sng"/>
              <a:t>tasks</a:t>
            </a:r>
            <a:endParaRPr u="sng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Replicate itself</a:t>
            </a:r>
            <a:r>
              <a:rPr lang="en-US" sz="2000"/>
              <a:t> into other executable code which is available in the infected computer.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Alters normal code</a:t>
            </a:r>
            <a:r>
              <a:rPr lang="en-US" sz="2000"/>
              <a:t> with “infected” version and activates it.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the infected executable code is executed can infect again other executable codes.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Viruses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Computer Virus program normally has the following </a:t>
            </a:r>
            <a:r>
              <a:rPr lang="en-US" sz="2400" u="sng"/>
              <a:t>mechanisms</a:t>
            </a:r>
            <a:r>
              <a:rPr lang="en-US" sz="2400"/>
              <a:t>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A propagation mechanism</a:t>
            </a:r>
            <a:r>
              <a:rPr lang="en-US" sz="2000"/>
              <a:t> that allows the virus to </a:t>
            </a:r>
            <a:r>
              <a:rPr lang="en-US" sz="2000" u="sng"/>
              <a:t>move</a:t>
            </a:r>
            <a:r>
              <a:rPr lang="en-US" sz="2000"/>
              <a:t> from one computer to another computer.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A replication mechanism</a:t>
            </a:r>
            <a:r>
              <a:rPr lang="en-US" sz="2000"/>
              <a:t> that allows the virus to attach itself to another executable program.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A trigger mechanism</a:t>
            </a:r>
            <a:r>
              <a:rPr lang="en-US" sz="2000"/>
              <a:t> that is designed to execute the replication mechanism of the virus.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</a:t>
            </a:r>
            <a:r>
              <a:rPr lang="en-US" sz="2000" u="sng"/>
              <a:t>different tasks</a:t>
            </a:r>
            <a:r>
              <a:rPr lang="en-US" sz="2000"/>
              <a:t> to perform the bad activities on the victim computer.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Viruses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Only </a:t>
            </a:r>
            <a:r>
              <a:rPr lang="en-US" sz="2400" u="sng"/>
              <a:t>human activity gives life to viruses</a:t>
            </a:r>
            <a:r>
              <a:rPr lang="en-US" sz="2400"/>
              <a:t> on a computer, and users invite these infections through various ways.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They may </a:t>
            </a:r>
            <a:r>
              <a:rPr lang="en-US" sz="2400" u="sng"/>
              <a:t>download an infected software or program</a:t>
            </a:r>
            <a:r>
              <a:rPr lang="en-US" sz="2400"/>
              <a:t>, click a malicious </a:t>
            </a:r>
            <a:r>
              <a:rPr lang="en-US" sz="2400" u="sng"/>
              <a:t>link</a:t>
            </a:r>
            <a:r>
              <a:rPr lang="en-US" sz="2400"/>
              <a:t>, or run an application on a </a:t>
            </a:r>
            <a:r>
              <a:rPr lang="en-US" sz="2400" u="sng"/>
              <a:t>USB drive</a:t>
            </a:r>
            <a:r>
              <a:rPr lang="en-US" sz="2400"/>
              <a:t>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 some cases, viruses seek to </a:t>
            </a:r>
            <a:r>
              <a:rPr lang="en-US" sz="2400" u="sng"/>
              <a:t>exploit the security flaws</a:t>
            </a:r>
            <a:r>
              <a:rPr lang="en-US" sz="2400"/>
              <a:t> that exist in </a:t>
            </a:r>
            <a:r>
              <a:rPr lang="en-US" sz="2400" u="sng"/>
              <a:t>software programs</a:t>
            </a:r>
            <a:r>
              <a:rPr lang="en-US" sz="2400"/>
              <a:t> and </a:t>
            </a:r>
            <a:r>
              <a:rPr lang="en-US" sz="2400" u="sng"/>
              <a:t>operating systems</a:t>
            </a:r>
            <a:r>
              <a:rPr lang="en-US" sz="2400"/>
              <a:t>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virus can </a:t>
            </a:r>
            <a:r>
              <a:rPr lang="en-US" sz="2400" u="sng"/>
              <a:t>steal private data</a:t>
            </a:r>
            <a:r>
              <a:rPr lang="en-US" sz="2400"/>
              <a:t> and cause harm to the infected PC or causing a computer to crash repeatedly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159912" y="1600200"/>
            <a:ext cx="883168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Viruses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To </a:t>
            </a:r>
            <a:r>
              <a:rPr lang="en-US" sz="2400" u="sng"/>
              <a:t>protect yourself from viruses</a:t>
            </a:r>
            <a:r>
              <a:rPr lang="en-US" sz="2400"/>
              <a:t>,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Do not download software</a:t>
            </a:r>
            <a:r>
              <a:rPr lang="en-US" sz="2000"/>
              <a:t> from unknown and untrusted sources.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you do download software or applications, be sure to download from </a:t>
            </a:r>
            <a:r>
              <a:rPr lang="en-US" sz="2000" u="sng"/>
              <a:t>manufacturer websites</a:t>
            </a:r>
            <a:r>
              <a:rPr lang="en-US" sz="2000"/>
              <a:t>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</a:t>
            </a:r>
            <a:r>
              <a:rPr lang="en-US" sz="2000" u="sng"/>
              <a:t>powerful antivirus software</a:t>
            </a:r>
            <a:r>
              <a:rPr lang="en-US" sz="2000"/>
              <a:t> which </a:t>
            </a:r>
            <a:r>
              <a:rPr lang="en-US" sz="2000" u="sng"/>
              <a:t>scans</a:t>
            </a:r>
            <a:r>
              <a:rPr lang="en-US" sz="2000"/>
              <a:t> and finds these kinds of malicious threats.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 not use </a:t>
            </a:r>
            <a:r>
              <a:rPr lang="en-US" sz="2000" u="sng"/>
              <a:t>unknown USB drives</a:t>
            </a:r>
            <a:r>
              <a:rPr lang="en-US" sz="2000"/>
              <a:t>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 not </a:t>
            </a:r>
            <a:r>
              <a:rPr lang="en-US" sz="2000" u="sng"/>
              <a:t>open suspicious emails</a:t>
            </a:r>
            <a:r>
              <a:rPr lang="en-US" sz="2000"/>
              <a:t>. 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169572" y="1600200"/>
            <a:ext cx="8822028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Worm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Program designed to take advantage</a:t>
            </a:r>
            <a:r>
              <a:rPr lang="en-US" sz="2400"/>
              <a:t> of a vulnerability in an application or an operating system in order to </a:t>
            </a:r>
            <a:r>
              <a:rPr lang="en-US" sz="2400" u="sng"/>
              <a:t>enter a system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Worms are </a:t>
            </a:r>
            <a:r>
              <a:rPr lang="en-US" sz="2400" u="sng"/>
              <a:t>different from viruses in two</a:t>
            </a:r>
            <a:r>
              <a:rPr lang="en-US" sz="2400"/>
              <a:t> regards: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</a:t>
            </a:r>
            <a:r>
              <a:rPr lang="en-US" sz="2000" u="sng"/>
              <a:t>worm can travel by itself without a host file</a:t>
            </a:r>
            <a:r>
              <a:rPr lang="en-US" sz="2000"/>
              <a:t> and without attaching to an existing file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worm does </a:t>
            </a:r>
            <a:r>
              <a:rPr lang="en-US" sz="2000" u="sng"/>
              <a:t>not require any user action</a:t>
            </a:r>
            <a:r>
              <a:rPr lang="en-US" sz="2000"/>
              <a:t> to begin its execution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Actions</a:t>
            </a:r>
            <a:r>
              <a:rPr lang="en-US" sz="2400"/>
              <a:t> that worms have performed: </a:t>
            </a:r>
            <a:r>
              <a:rPr lang="en-US" sz="2400" u="sng"/>
              <a:t>deleting files</a:t>
            </a:r>
            <a:r>
              <a:rPr lang="en-US" sz="2400"/>
              <a:t> on the computer; allowing the computer to be </a:t>
            </a:r>
            <a:r>
              <a:rPr lang="en-US" sz="2400" u="sng"/>
              <a:t>remote-controlled</a:t>
            </a:r>
            <a:r>
              <a:rPr lang="en-US" sz="2400"/>
              <a:t> by an attacker</a:t>
            </a:r>
            <a:endParaRPr/>
          </a:p>
          <a:p>
            <a:pPr indent="-101600" lvl="2" marL="11430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145960" y="1600200"/>
            <a:ext cx="884563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Infecting Malwares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Worm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After infecting a </a:t>
            </a:r>
            <a:r>
              <a:rPr lang="en-US" sz="2400"/>
              <a:t>computer,</a:t>
            </a:r>
            <a:r>
              <a:rPr lang="en-US" sz="2400"/>
              <a:t> </a:t>
            </a:r>
            <a:r>
              <a:rPr lang="en-US" sz="2400" u="sng"/>
              <a:t>it searches for other computers </a:t>
            </a:r>
            <a:r>
              <a:rPr lang="en-US" sz="2400"/>
              <a:t>connected through a local area network (</a:t>
            </a:r>
            <a:r>
              <a:rPr lang="en-US" sz="2400" u="sng"/>
              <a:t>LAN</a:t>
            </a:r>
            <a:r>
              <a:rPr lang="en-US" sz="2400"/>
              <a:t>) or Internet connection.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It </a:t>
            </a:r>
            <a:r>
              <a:rPr lang="en-US" sz="2400" u="sng"/>
              <a:t>replicates itself to the new computer</a:t>
            </a:r>
            <a:r>
              <a:rPr lang="en-US" sz="2400"/>
              <a:t> and continues to search for other computers on the network to replicate.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Due to the nature of replication through the network, a worm normally consumes much </a:t>
            </a:r>
            <a:r>
              <a:rPr lang="en-US" sz="2400" u="sng"/>
              <a:t>system resources</a:t>
            </a:r>
            <a:r>
              <a:rPr lang="en-US" sz="2400"/>
              <a:t> including </a:t>
            </a:r>
            <a:r>
              <a:rPr lang="en-US" sz="2400" u="sng"/>
              <a:t>network bandwidth</a:t>
            </a:r>
            <a:r>
              <a:rPr lang="en-US" sz="2400"/>
              <a:t>, causing network servers to stop responding.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</a:t>
            </a:r>
            <a:r>
              <a:rPr b="1" lang="en-US"/>
              <a:t> </a:t>
            </a:r>
            <a:r>
              <a:rPr b="1" lang="en-US" sz="2800"/>
              <a:t>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Trojan Horse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The Trojan Horse malware, normally </a:t>
            </a:r>
            <a:r>
              <a:rPr lang="en-US" sz="2400" u="sng"/>
              <a:t>appear to be useful software</a:t>
            </a:r>
            <a:r>
              <a:rPr lang="en-US" sz="2400"/>
              <a:t> (contain hidden code) but will actually do damage once installed or run on your computer.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Trojan Horses are normally designed to give </a:t>
            </a:r>
            <a:r>
              <a:rPr lang="en-US" sz="2400" u="sng"/>
              <a:t>hackers access to system</a:t>
            </a:r>
            <a:r>
              <a:rPr lang="en-US" sz="2400"/>
              <a:t>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Trojan Horses can</a:t>
            </a:r>
            <a:r>
              <a:rPr lang="en-US" sz="2400" u="sng"/>
              <a:t> alter</a:t>
            </a:r>
            <a:r>
              <a:rPr lang="en-US" sz="2400"/>
              <a:t> or </a:t>
            </a:r>
            <a:r>
              <a:rPr lang="en-US" sz="2400" u="sng"/>
              <a:t>delete</a:t>
            </a:r>
            <a:r>
              <a:rPr lang="en-US" sz="2400"/>
              <a:t> files from the infected computer, </a:t>
            </a:r>
            <a:r>
              <a:rPr lang="en-US" sz="2400" u="sng"/>
              <a:t>download files</a:t>
            </a:r>
            <a:r>
              <a:rPr lang="en-US" sz="2400"/>
              <a:t> to the infected computer, </a:t>
            </a:r>
            <a:r>
              <a:rPr lang="en-US" sz="2400" u="sng"/>
              <a:t>modify registry settings</a:t>
            </a:r>
            <a:r>
              <a:rPr lang="en-US" sz="2400"/>
              <a:t>, </a:t>
            </a:r>
            <a:r>
              <a:rPr lang="en-US" sz="2400" u="sng"/>
              <a:t>steal passwords</a:t>
            </a:r>
            <a:r>
              <a:rPr lang="en-US" sz="2400"/>
              <a:t>, </a:t>
            </a:r>
            <a:r>
              <a:rPr lang="en-US" sz="2400" u="sng"/>
              <a:t>log keystrokes</a:t>
            </a:r>
            <a:r>
              <a:rPr lang="en-US" sz="2400"/>
              <a:t>, </a:t>
            </a:r>
            <a:r>
              <a:rPr lang="en-US" sz="2400" u="sng"/>
              <a:t>disable anti-virus</a:t>
            </a:r>
            <a:r>
              <a:rPr lang="en-US" sz="2400"/>
              <a:t> applications etc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142740" y="1600200"/>
            <a:ext cx="8848859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Trojan Horse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The Trojan Horse is another malware which got its name from story of Trojan horse.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 Trojan War, Greeks conquered and destroyed the city of Troy by constructing a huge wooden horse, and hiding Greek soldiers inside.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Trojans pulled the Horse into their city as a victory trophy.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At night the Greek soldiers came out of the Horse and opened the gates for the rest of the Greek army to capture the Troy city.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167424" y="1600200"/>
            <a:ext cx="882417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Malware: Trojan Horse </a:t>
            </a:r>
            <a:endParaRPr/>
          </a:p>
        </p:txBody>
      </p:sp>
      <p:pic>
        <p:nvPicPr>
          <p:cNvPr descr="http://wp.production.patheos.com/blogs/1morefilmblog/files/2014/06/trojanhorse.jpg" id="193" name="Google Shape;1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42140"/>
            <a:ext cx="5594349" cy="446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3205196"/>
            <a:ext cx="2397644" cy="217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123422" y="1600200"/>
            <a:ext cx="886817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Rootkit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rootkit is another type of malware that has the capability to </a:t>
            </a:r>
            <a:r>
              <a:rPr lang="en-US" sz="2400" u="sng"/>
              <a:t>conceal itself</a:t>
            </a:r>
            <a:r>
              <a:rPr lang="en-US" sz="2400"/>
              <a:t> from the </a:t>
            </a:r>
            <a:r>
              <a:rPr lang="en-US" sz="2400" u="sng"/>
              <a:t>Operating System</a:t>
            </a:r>
            <a:r>
              <a:rPr lang="en-US" sz="2400"/>
              <a:t> and </a:t>
            </a:r>
            <a:r>
              <a:rPr lang="en-US" sz="2400" u="sng"/>
              <a:t>antivirus</a:t>
            </a:r>
            <a:r>
              <a:rPr lang="en-US" sz="2400"/>
              <a:t> application in a computer.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rootkit </a:t>
            </a:r>
            <a:r>
              <a:rPr lang="en-US" sz="2400"/>
              <a:t>provides</a:t>
            </a:r>
            <a:r>
              <a:rPr lang="en-US" sz="2400"/>
              <a:t> continuous root level (</a:t>
            </a:r>
            <a:r>
              <a:rPr lang="en-US" sz="2400" u="sng"/>
              <a:t>super user</a:t>
            </a:r>
            <a:r>
              <a:rPr lang="en-US" sz="2400"/>
              <a:t>) access to a computer where it is installed. The name rootkit came from the UNIX world, where the super user is "root" and a kit.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Rootkit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Rootkits are </a:t>
            </a:r>
            <a:r>
              <a:rPr lang="en-US" sz="2400" u="sng"/>
              <a:t>installed by an attacker</a:t>
            </a:r>
            <a:r>
              <a:rPr lang="en-US" sz="2400"/>
              <a:t> for a variety of purposes.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 provide the attacker </a:t>
            </a:r>
            <a:r>
              <a:rPr lang="en-US" sz="2400" u="sng"/>
              <a:t>root level access</a:t>
            </a:r>
            <a:r>
              <a:rPr lang="en-US" sz="2400"/>
              <a:t> to the computer via a </a:t>
            </a:r>
            <a:r>
              <a:rPr lang="en-US" sz="2400" u="sng"/>
              <a:t>back door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 </a:t>
            </a:r>
            <a:r>
              <a:rPr lang="en-US" sz="2400" u="sng"/>
              <a:t>conceal other malwares</a:t>
            </a:r>
            <a:r>
              <a:rPr lang="en-US" sz="2400"/>
              <a:t> which are installed on the target computer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Can be used to </a:t>
            </a:r>
            <a:r>
              <a:rPr lang="en-US" sz="2400" u="sng"/>
              <a:t>hack encryption keys</a:t>
            </a:r>
            <a:r>
              <a:rPr lang="en-US" sz="2400"/>
              <a:t> and </a:t>
            </a:r>
            <a:r>
              <a:rPr lang="en-US" sz="2400" u="sng"/>
              <a:t>passwords</a:t>
            </a:r>
            <a:r>
              <a:rPr lang="en-US" sz="2400"/>
              <a:t> etc.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136300" y="1524000"/>
            <a:ext cx="8855299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Rootkit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Detecting</a:t>
            </a:r>
            <a:r>
              <a:rPr lang="en-US" sz="2400"/>
              <a:t> a rootkit can be difficult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Removing</a:t>
            </a:r>
            <a:r>
              <a:rPr lang="en-US" sz="2400"/>
              <a:t> a rootkit from an infected computer is extremely difficult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You need to </a:t>
            </a:r>
            <a:r>
              <a:rPr lang="en-US" sz="2000" u="sng"/>
              <a:t>reformat the hard drive</a:t>
            </a:r>
            <a:r>
              <a:rPr lang="en-US" sz="2000"/>
              <a:t> and reinstall the operating system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149180" y="1600200"/>
            <a:ext cx="884242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Application Level Rootkits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Application level rootkits operate inside the victim computer by </a:t>
            </a:r>
            <a:r>
              <a:rPr lang="en-US" sz="2400" u="sng"/>
              <a:t>changing standard application files with rootkit files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Or changing the behavior of present applications with patches, </a:t>
            </a:r>
            <a:r>
              <a:rPr lang="en-US" sz="2400" u="sng"/>
              <a:t>injected code</a:t>
            </a:r>
            <a:r>
              <a:rPr lang="en-US" sz="2400"/>
              <a:t> etc. 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149180" y="1600200"/>
            <a:ext cx="884242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Concealing Malware</a:t>
            </a:r>
            <a:endParaRPr/>
          </a:p>
          <a:p>
            <a:pPr indent="-342900" lvl="1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Kernel Level Rootkits: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Kernel is the core of the Operating System and Kernel Level Rootkits are created by adding additional code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Or replacing portions of the core operating system, with modified code via device drivers (in Windows) or Loadable Kernel Modules (Linux). </a:t>
            </a:r>
            <a:endParaRPr u="sng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Kernel Level Rootkits can have a serious effect on the stability of the system if the kit’s code contains bugs.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Kernel rootkits are difficult to detect because they have the same privileges of the Operating System, and therefore they can intercept operating system operations. </a:t>
            </a:r>
            <a:endParaRPr u="sng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Different Types of Malwares</a:t>
            </a:r>
            <a:endParaRPr sz="3600"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152400" y="15240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Concealing Malware</a:t>
            </a:r>
            <a:endParaRPr/>
          </a:p>
          <a:p>
            <a:pPr indent="-342900" lvl="1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Hardware/Firmware Rootkits: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Hardware/Firmware rootkits hide itself in hardware such a network card, system BIOS etc.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